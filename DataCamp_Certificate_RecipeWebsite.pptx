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2.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tags/tag3.xml" ContentType="application/vnd.openxmlformats-officedocument.presentationml.tags+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15"/>
  </p:notesMasterIdLst>
  <p:sldIdLst>
    <p:sldId id="256" r:id="rId2"/>
    <p:sldId id="263" r:id="rId3"/>
    <p:sldId id="257" r:id="rId4"/>
    <p:sldId id="264" r:id="rId5"/>
    <p:sldId id="265" r:id="rId6"/>
    <p:sldId id="272" r:id="rId7"/>
    <p:sldId id="262" r:id="rId8"/>
    <p:sldId id="266" r:id="rId9"/>
    <p:sldId id="271" r:id="rId10"/>
    <p:sldId id="267" r:id="rId11"/>
    <p:sldId id="268" r:id="rId12"/>
    <p:sldId id="269" r:id="rId13"/>
    <p:sldId id="270" r:id="rId14"/>
  </p:sldIdLst>
  <p:sldSz cx="9144000" cy="5143500" type="screen16x9"/>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0099"/>
    <a:srgbClr val="6C1A00"/>
    <a:srgbClr val="FF0000"/>
    <a:srgbClr val="007033"/>
    <a:srgbClr val="00E6F2"/>
    <a:srgbClr val="FF015C"/>
    <a:srgbClr val="E50D79"/>
    <a:srgbClr val="CC0099"/>
    <a:srgbClr val="E2109C"/>
    <a:srgbClr val="FE920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759"/>
    <p:restoredTop sz="86049"/>
  </p:normalViewPr>
  <p:slideViewPr>
    <p:cSldViewPr>
      <p:cViewPr>
        <p:scale>
          <a:sx n="170" d="100"/>
          <a:sy n="170" d="100"/>
        </p:scale>
        <p:origin x="176" y="192"/>
      </p:cViewPr>
      <p:guideLst>
        <p:guide orient="horz" pos="162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8D18E60-4300-4729-A0D7-6AB984C3922D}" type="datetimeFigureOut">
              <a:rPr lang="en-US" smtClean="0"/>
              <a:t>7/2/22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F533E96-F078-4B3D-A8F4-F1AF21EBC357}" type="slidenum">
              <a:rPr lang="en-US" smtClean="0"/>
              <a:t>‹#›</a:t>
            </a:fld>
            <a:endParaRPr lang="en-US"/>
          </a:p>
        </p:txBody>
      </p:sp>
    </p:spTree>
    <p:extLst>
      <p:ext uri="{BB962C8B-B14F-4D97-AF65-F5344CB8AC3E}">
        <p14:creationId xmlns:p14="http://schemas.microsoft.com/office/powerpoint/2010/main" val="28443001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Hello, I am Yikai Ma. Thank you for watching this video. Today, I. will give a  presentation about a case study report for your website, Tasty Bytes. [baits]</a:t>
            </a:r>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1</a:t>
            </a:fld>
            <a:endParaRPr lang="en-US"/>
          </a:p>
        </p:txBody>
      </p:sp>
    </p:spTree>
    <p:extLst>
      <p:ext uri="{BB962C8B-B14F-4D97-AF65-F5344CB8AC3E}">
        <p14:creationId xmlns:p14="http://schemas.microsoft.com/office/powerpoint/2010/main" val="212517966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this presentation,  </a:t>
            </a:r>
          </a:p>
          <a:p>
            <a:endParaRPr lang="en-GB" dirty="0"/>
          </a:p>
          <a:p>
            <a:r>
              <a:rPr lang="en-GB" dirty="0"/>
              <a:t>First, I provide a background of the case study and the problems we aim to solve.</a:t>
            </a:r>
          </a:p>
          <a:p>
            <a:endParaRPr lang="en-GB" dirty="0"/>
          </a:p>
          <a:p>
            <a:r>
              <a:rPr lang="en-GB" dirty="0"/>
              <a:t>Following this, I will introduce our data and explain why corresponding algorithms should be applied.</a:t>
            </a:r>
          </a:p>
          <a:p>
            <a:endParaRPr lang="en-GB" dirty="0"/>
          </a:p>
          <a:p>
            <a:r>
              <a:rPr lang="en-GB" dirty="0"/>
              <a:t>After this, I will show you the results from my model and compare it with the currently applied one.</a:t>
            </a:r>
          </a:p>
          <a:p>
            <a:endParaRPr lang="en-GB" dirty="0"/>
          </a:p>
          <a:p>
            <a:r>
              <a:rPr lang="en-GB" dirty="0"/>
              <a:t>Finally, I will provide a brief summary of the model obtained and how could we further improve it.</a:t>
            </a:r>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2</a:t>
            </a:fld>
            <a:endParaRPr lang="en-US"/>
          </a:p>
        </p:txBody>
      </p:sp>
    </p:spTree>
    <p:extLst>
      <p:ext uri="{BB962C8B-B14F-4D97-AF65-F5344CB8AC3E}">
        <p14:creationId xmlns:p14="http://schemas.microsoft.com/office/powerpoint/2010/main" val="16351563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the first part is the background.</a:t>
            </a:r>
          </a:p>
          <a:p>
            <a:endParaRPr lang="en-GB" dirty="0"/>
          </a:p>
          <a:p>
            <a:r>
              <a:rPr lang="en-GB" dirty="0"/>
              <a:t>Our website features new recipes on our homepage every day. On the day we feature a popular recipe, we will obtain as much as 40% traffic. So, we want to make sure the recipes shown on our website's homepage are all popular.</a:t>
            </a:r>
          </a:p>
          <a:p>
            <a:endParaRPr lang="en-GB" dirty="0"/>
          </a:p>
          <a:p>
            <a:r>
              <a:rPr lang="en-GB" dirty="0"/>
              <a:t>Because putting unpopular ones on the homepage may lead us to lose [</a:t>
            </a:r>
            <a:r>
              <a:rPr lang="en-GB" dirty="0" err="1"/>
              <a:t>lu:z</a:t>
            </a:r>
            <a:r>
              <a:rPr lang="en-GB" dirty="0"/>
              <a:t>] </a:t>
            </a:r>
          </a:p>
          <a:p>
            <a:r>
              <a:rPr lang="en-GB" dirty="0"/>
              <a:t>traffic and profit. We do not want this to happen.</a:t>
            </a:r>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3</a:t>
            </a:fld>
            <a:endParaRPr lang="en-US"/>
          </a:p>
        </p:txBody>
      </p:sp>
    </p:spTree>
    <p:extLst>
      <p:ext uri="{BB962C8B-B14F-4D97-AF65-F5344CB8AC3E}">
        <p14:creationId xmlns:p14="http://schemas.microsoft.com/office/powerpoint/2010/main" val="420273871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So, here comes the problem : how could we predict which recipes will be popular and which will not when we receiving new recipes.</a:t>
            </a:r>
          </a:p>
          <a:p>
            <a:endParaRPr lang="en-GB" dirty="0"/>
          </a:p>
          <a:p>
            <a:r>
              <a:rPr lang="en-GB" dirty="0"/>
              <a:t>This is not easy. Of course, we can have a guess, but we may only have the correct answers 50% of the time. This is too low to be accepted. </a:t>
            </a:r>
          </a:p>
          <a:p>
            <a:endParaRPr lang="en-GB" dirty="0"/>
          </a:p>
          <a:p>
            <a:r>
              <a:rPr lang="en-GB" dirty="0"/>
              <a:t>Thus we need to find some models or classifiers to help with this prediction problem. The current model we used can successfully identify 75% of unpopular recipes. </a:t>
            </a:r>
          </a:p>
          <a:p>
            <a:r>
              <a:rPr lang="en-GB" dirty="0"/>
              <a:t>In this case study,  we are asked to propose a new classifier that can outperform the current one. --&gt;[ flash !!!! ]</a:t>
            </a:r>
          </a:p>
          <a:p>
            <a:endParaRPr lang="en-GB" dirty="0"/>
          </a:p>
          <a:p>
            <a:r>
              <a:rPr lang="en-GB" dirty="0"/>
              <a:t>Fortunately, our data team has collected data from previously published recipes. So we will have a basic idea about what types of recipes or the recipes with what features will be popular.</a:t>
            </a:r>
          </a:p>
          <a:p>
            <a:endParaRPr lang="en-GB" dirty="0"/>
          </a:p>
          <a:p>
            <a:r>
              <a:rPr lang="en-GB" dirty="0"/>
              <a:t>Based on this information, we can assume that new recipes  [ flash!!!] with more similarities with the previously popular ones will have a relatively higher probability of becoming popular. </a:t>
            </a:r>
          </a:p>
          <a:p>
            <a:endParaRPr lang="en-GB" dirty="0"/>
          </a:p>
          <a:p>
            <a:r>
              <a:rPr lang="en-GB" dirty="0"/>
              <a:t>Now, let's move on to the dataset.</a:t>
            </a:r>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4</a:t>
            </a:fld>
            <a:endParaRPr lang="en-US"/>
          </a:p>
        </p:txBody>
      </p:sp>
    </p:spTree>
    <p:extLst>
      <p:ext uri="{BB962C8B-B14F-4D97-AF65-F5344CB8AC3E}">
        <p14:creationId xmlns:p14="http://schemas.microsoft.com/office/powerpoint/2010/main" val="348832423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As shown here, we </a:t>
            </a:r>
            <a:r>
              <a:rPr lang="en-GB" dirty="0" err="1"/>
              <a:t>hav</a:t>
            </a:r>
            <a:r>
              <a:rPr lang="en-GB" dirty="0"/>
              <a:t> 10 variables in total.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a:t>
            </a:r>
            <a:r>
              <a:rPr lang="en-GB" dirty="0" err="1"/>
              <a:t>HighScore</a:t>
            </a:r>
            <a:r>
              <a:rPr lang="en-GB" dirty="0"/>
              <a:t>’ variable tells us whether the corresponding recipe is popular or not. This should be considered as the target/ label of the corresponding recipe.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And the other nine can be considered the features of the recipes,  they explain some characteristics of the recipes, like their categories and the content [</a:t>
            </a:r>
            <a:r>
              <a:rPr lang="en-GB" dirty="0" err="1"/>
              <a:t>kon</a:t>
            </a:r>
            <a:r>
              <a:rPr lang="en-GB" dirty="0"/>
              <a:t>]</a:t>
            </a:r>
            <a:endParaRPr lang="en-CN" dirty="0"/>
          </a:p>
          <a:p>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5</a:t>
            </a:fld>
            <a:endParaRPr lang="en-US"/>
          </a:p>
        </p:txBody>
      </p:sp>
    </p:spTree>
    <p:extLst>
      <p:ext uri="{BB962C8B-B14F-4D97-AF65-F5344CB8AC3E}">
        <p14:creationId xmlns:p14="http://schemas.microsoft.com/office/powerpoint/2010/main" val="41907106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Initially, some noise exists in the data, and I do the data pre-processing process by removing the uninformative [ˌ</a:t>
            </a:r>
            <a:r>
              <a:rPr lang="en-GB" dirty="0" err="1"/>
              <a:t>ʌnɪnˈfɔːmətɪv</a:t>
            </a:r>
            <a:r>
              <a:rPr lang="en-GB" dirty="0"/>
              <a:t>] features, dropping the missing or noisy values, checking the outliers, balancing the data, and standardising the data.</a:t>
            </a:r>
          </a:p>
          <a:p>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6</a:t>
            </a:fld>
            <a:endParaRPr lang="en-US"/>
          </a:p>
        </p:txBody>
      </p:sp>
    </p:spTree>
    <p:extLst>
      <p:ext uri="{BB962C8B-B14F-4D97-AF65-F5344CB8AC3E}">
        <p14:creationId xmlns:p14="http://schemas.microsoft.com/office/powerpoint/2010/main" val="37457320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After the data pre-processing, finally, we have these seven features, such as the sugar contained and the calories contained, and the category of the recipe.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Now, in our dataset, we have these popular and unpopular recipes. this is a large-enough and balanced dataset.</a:t>
            </a:r>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7</a:t>
            </a:fld>
            <a:endParaRPr lang="en-US"/>
          </a:p>
        </p:txBody>
      </p:sp>
    </p:spTree>
    <p:extLst>
      <p:ext uri="{BB962C8B-B14F-4D97-AF65-F5344CB8AC3E}">
        <p14:creationId xmlns:p14="http://schemas.microsoft.com/office/powerpoint/2010/main" val="362657044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Based on the previous analysis, the recipes are labelled  as ‘popular’ or ‘unpopular’, and we want to classify new recipes into a popular or unpopular group. </a:t>
            </a:r>
          </a:p>
          <a:p>
            <a:endParaRPr lang="en-GB" dirty="0"/>
          </a:p>
          <a:p>
            <a:r>
              <a:rPr lang="en-GB" dirty="0"/>
              <a:t>So, We need to apply the Supervised Machine Learning Classification algorithms.</a:t>
            </a:r>
          </a:p>
          <a:p>
            <a:endParaRPr lang="en-GB" dirty="0"/>
          </a:p>
          <a:p>
            <a:r>
              <a:rPr lang="en-GB" dirty="0"/>
              <a:t>[flash!!!]</a:t>
            </a:r>
          </a:p>
          <a:p>
            <a:r>
              <a:rPr lang="en-GB" dirty="0"/>
              <a:t>In this case study, I select three of them, logistic regression, the KNN and the Decision Tree. And I also apply the several ensemble methods to try to improve the proposed classifiers’ performance.</a:t>
            </a:r>
          </a:p>
          <a:p>
            <a:endParaRPr lang="en-GB" dirty="0"/>
          </a:p>
          <a:p>
            <a:r>
              <a:rPr lang="en-GB" dirty="0"/>
              <a:t>[flash!!!]</a:t>
            </a:r>
          </a:p>
          <a:p>
            <a:r>
              <a:rPr lang="en-GB" dirty="0"/>
              <a:t>What is more,</a:t>
            </a:r>
          </a:p>
          <a:p>
            <a:r>
              <a:rPr lang="en-GB" dirty="0"/>
              <a:t>I split the data into the training set and test set. The training set is used to establish the classifier, and the test set is used to measure the classifier's performance.</a:t>
            </a:r>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8</a:t>
            </a:fld>
            <a:endParaRPr lang="en-US"/>
          </a:p>
        </p:txBody>
      </p:sp>
    </p:spTree>
    <p:extLst>
      <p:ext uri="{BB962C8B-B14F-4D97-AF65-F5344CB8AC3E}">
        <p14:creationId xmlns:p14="http://schemas.microsoft.com/office/powerpoint/2010/main" val="7129518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For the algorithms I used, the performance of the KNN, the Decision Tree, and the Bagging based on decision tree all did a good job.</a:t>
            </a:r>
          </a:p>
          <a:p>
            <a:endParaRPr lang="en-GB" dirty="0"/>
          </a:p>
          <a:p>
            <a:r>
              <a:rPr lang="en-GB" dirty="0"/>
              <a:t>While among these three, the best performance is from the KNN, where k = 2. So, here, I will show the results from this  classifier.</a:t>
            </a:r>
          </a:p>
          <a:p>
            <a:endParaRPr lang="en-GB" dirty="0"/>
          </a:p>
          <a:p>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9</a:t>
            </a:fld>
            <a:endParaRPr lang="en-US"/>
          </a:p>
        </p:txBody>
      </p:sp>
    </p:spTree>
    <p:extLst>
      <p:ext uri="{BB962C8B-B14F-4D97-AF65-F5344CB8AC3E}">
        <p14:creationId xmlns:p14="http://schemas.microsoft.com/office/powerpoint/2010/main" val="17653660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plot is the confusion matrix plot which allows us to visualise the performance of the classifier. </a:t>
            </a:r>
          </a:p>
          <a:p>
            <a:endParaRPr lang="en-GB" dirty="0"/>
          </a:p>
          <a:p>
            <a:r>
              <a:rPr lang="en-GB" dirty="0"/>
              <a:t>In this plot, the x-axis is the predicted results, and the y-axis is the true results. And 1 means popular and 0 means unpopular.</a:t>
            </a:r>
          </a:p>
          <a:p>
            <a:endParaRPr lang="en-GB" dirty="0"/>
          </a:p>
          <a:p>
            <a:r>
              <a:rPr lang="en-GB" dirty="0"/>
              <a:t>[flash]</a:t>
            </a:r>
          </a:p>
          <a:p>
            <a:r>
              <a:rPr lang="en-GB" dirty="0"/>
              <a:t>From the plot, we can see, for all these recipes that are predicted to be popular, [flash] 3 thousand 5 hundred and sixty-four of them are truly popular, this is around 79%. This is to say, when applying this classifier, for all the recipes predicted to be popular, about 80% of them will be truly popular recipes. This is a really high percentage.</a:t>
            </a:r>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10</a:t>
            </a:fld>
            <a:endParaRPr lang="en-US"/>
          </a:p>
        </p:txBody>
      </p:sp>
    </p:spTree>
    <p:extLst>
      <p:ext uri="{BB962C8B-B14F-4D97-AF65-F5344CB8AC3E}">
        <p14:creationId xmlns:p14="http://schemas.microsoft.com/office/powerpoint/2010/main" val="8327513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While, when we focus on the truly unpopular recipes, for all of them, seven thousand three hundred and twenty-one are correctly predicted to be unpopular. This is around 89%. It is much higher than the current one that can identify 75% of unpopular recipes correctly. </a:t>
            </a:r>
          </a:p>
          <a:p>
            <a:r>
              <a:rPr lang="en-GB" dirty="0"/>
              <a:t>It means, when applying the new classifier, we have very low probabilities to wrongly predict an unpopular recipe as a popular one and put it on our homepage.</a:t>
            </a:r>
          </a:p>
          <a:p>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11</a:t>
            </a:fld>
            <a:endParaRPr lang="en-US"/>
          </a:p>
        </p:txBody>
      </p:sp>
    </p:spTree>
    <p:extLst>
      <p:ext uri="{BB962C8B-B14F-4D97-AF65-F5344CB8AC3E}">
        <p14:creationId xmlns:p14="http://schemas.microsoft.com/office/powerpoint/2010/main" val="342505140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summary, based on the classifier we obtained, we can ensure that 79% of the recipes shown on the homepage will be truly popular. This can significantly help us increase our website's traffic and attract more customers.</a:t>
            </a:r>
          </a:p>
          <a:p>
            <a:endParaRPr lang="en-GB" dirty="0"/>
          </a:p>
          <a:p>
            <a:r>
              <a:rPr lang="en-GB" dirty="0"/>
              <a:t>And for the unpopular recipes, 89% of them will be correctly identified. Thus, we will not put them on the homepage. This can help us avoid losing website traffic or our company's profit.</a:t>
            </a:r>
          </a:p>
          <a:p>
            <a:endParaRPr lang="en-GB" dirty="0"/>
          </a:p>
          <a:p>
            <a:r>
              <a:rPr lang="en-GB" dirty="0"/>
              <a:t>[flash]</a:t>
            </a:r>
          </a:p>
          <a:p>
            <a:r>
              <a:rPr lang="en-GB" dirty="0"/>
              <a:t>We can also do some actions to further improve our classifier. For example, next time when we collect data from previous recipes, we can record more features. For example, the authors of the recipes. Some of the authors may be very popular and have many followers, which may make their recipes more likely to be popular.</a:t>
            </a:r>
            <a:endParaRPr lang="en-CN" dirty="0"/>
          </a:p>
          <a:p>
            <a:endParaRPr lang="en-CN" dirty="0"/>
          </a:p>
        </p:txBody>
      </p:sp>
      <p:sp>
        <p:nvSpPr>
          <p:cNvPr id="4" name="Slide Number Placeholder 3"/>
          <p:cNvSpPr>
            <a:spLocks noGrp="1"/>
          </p:cNvSpPr>
          <p:nvPr>
            <p:ph type="sldNum" sz="quarter" idx="5"/>
          </p:nvPr>
        </p:nvSpPr>
        <p:spPr/>
        <p:txBody>
          <a:bodyPr/>
          <a:lstStyle/>
          <a:p>
            <a:fld id="{AF533E96-F078-4B3D-A8F4-F1AF21EBC357}" type="slidenum">
              <a:rPr lang="en-US" smtClean="0"/>
              <a:t>12</a:t>
            </a:fld>
            <a:endParaRPr lang="en-US"/>
          </a:p>
        </p:txBody>
      </p:sp>
    </p:spTree>
    <p:extLst>
      <p:ext uri="{BB962C8B-B14F-4D97-AF65-F5344CB8AC3E}">
        <p14:creationId xmlns:p14="http://schemas.microsoft.com/office/powerpoint/2010/main" val="3742498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N" dirty="0"/>
              <a:t>This is the end of my presentation. Thanks for listening.</a:t>
            </a:r>
          </a:p>
        </p:txBody>
      </p:sp>
      <p:sp>
        <p:nvSpPr>
          <p:cNvPr id="4" name="Slide Number Placeholder 3"/>
          <p:cNvSpPr>
            <a:spLocks noGrp="1"/>
          </p:cNvSpPr>
          <p:nvPr>
            <p:ph type="sldNum" sz="quarter" idx="5"/>
          </p:nvPr>
        </p:nvSpPr>
        <p:spPr/>
        <p:txBody>
          <a:bodyPr/>
          <a:lstStyle/>
          <a:p>
            <a:fld id="{AF533E96-F078-4B3D-A8F4-F1AF21EBC357}" type="slidenum">
              <a:rPr lang="en-US" smtClean="0"/>
              <a:t>13</a:t>
            </a:fld>
            <a:endParaRPr lang="en-US"/>
          </a:p>
        </p:txBody>
      </p:sp>
    </p:spTree>
    <p:extLst>
      <p:ext uri="{BB962C8B-B14F-4D97-AF65-F5344CB8AC3E}">
        <p14:creationId xmlns:p14="http://schemas.microsoft.com/office/powerpoint/2010/main" val="13747742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92558" y="2564930"/>
            <a:ext cx="8094242" cy="1400423"/>
          </a:xfrm>
          <a:noFill/>
          <a:effectLst>
            <a:outerShdw blurRad="50800" dist="38100" dir="2700000" algn="tl" rotWithShape="0">
              <a:prstClr val="black">
                <a:alpha val="40000"/>
              </a:prstClr>
            </a:outerShdw>
          </a:effectLst>
        </p:spPr>
        <p:txBody>
          <a:bodyPr>
            <a:normAutofit/>
          </a:bodyPr>
          <a:lstStyle>
            <a:lvl1pPr algn="r">
              <a:defRPr sz="3600">
                <a:solidFill>
                  <a:schemeClr val="accent6">
                    <a:lumMod val="60000"/>
                    <a:lumOff val="40000"/>
                  </a:schemeClr>
                </a:solidFill>
              </a:defRPr>
            </a:lvl1pPr>
          </a:lstStyle>
          <a:p>
            <a:r>
              <a:rPr lang="en-US" dirty="0"/>
              <a:t>Click to edit </a:t>
            </a:r>
            <a:br>
              <a:rPr lang="en-US" dirty="0"/>
            </a:br>
            <a:r>
              <a:rPr lang="en-US" dirty="0"/>
              <a:t>Master title style</a:t>
            </a:r>
          </a:p>
        </p:txBody>
      </p:sp>
      <p:sp>
        <p:nvSpPr>
          <p:cNvPr id="3" name="Subtitle 2"/>
          <p:cNvSpPr>
            <a:spLocks noGrp="1"/>
          </p:cNvSpPr>
          <p:nvPr>
            <p:ph type="subTitle" idx="1"/>
          </p:nvPr>
        </p:nvSpPr>
        <p:spPr>
          <a:xfrm>
            <a:off x="457200" y="3984546"/>
            <a:ext cx="8229600" cy="763524"/>
          </a:xfrm>
        </p:spPr>
        <p:txBody>
          <a:bodyPr>
            <a:normAutofit/>
          </a:bodyPr>
          <a:lstStyle>
            <a:lvl1pPr marL="0" indent="0" algn="r">
              <a:buNone/>
              <a:defRPr sz="2800" b="0" i="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7/2/22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0730" y="400254"/>
            <a:ext cx="8246070" cy="763524"/>
          </a:xfrm>
        </p:spPr>
        <p:txBody>
          <a:bodyPr>
            <a:normAutofit/>
          </a:bodyPr>
          <a:lstStyle>
            <a:lvl1pPr algn="r">
              <a:defRPr sz="3600" baseline="0">
                <a:solidFill>
                  <a:schemeClr val="accent6">
                    <a:lumMod val="60000"/>
                    <a:lumOff val="40000"/>
                  </a:schemeClr>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448965" y="1502816"/>
            <a:ext cx="8246070" cy="3264446"/>
          </a:xfrm>
        </p:spPr>
        <p:txBody>
          <a:bodyPr/>
          <a:lstStyle>
            <a:lvl1pPr algn="l">
              <a:defRPr sz="2800">
                <a:solidFill>
                  <a:schemeClr val="tx1"/>
                </a:solidFill>
              </a:defRPr>
            </a:lvl1pPr>
            <a:lvl2pPr algn="l">
              <a:defRPr>
                <a:solidFill>
                  <a:schemeClr val="tx1"/>
                </a:solidFill>
              </a:defRPr>
            </a:lvl2pPr>
            <a:lvl3pPr algn="l">
              <a:defRPr>
                <a:solidFill>
                  <a:schemeClr val="tx1"/>
                </a:solidFill>
              </a:defRPr>
            </a:lvl3pPr>
            <a:lvl4pPr algn="l">
              <a:defRPr>
                <a:solidFill>
                  <a:schemeClr val="tx1"/>
                </a:solidFill>
              </a:defRPr>
            </a:lvl4pPr>
            <a:lvl5pPr algn="l">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434129" y="369927"/>
            <a:ext cx="5947260" cy="763525"/>
          </a:xfrm>
        </p:spPr>
        <p:txBody>
          <a:bodyPr>
            <a:normAutofit/>
          </a:bodyPr>
          <a:lstStyle>
            <a:lvl1pPr algn="l">
              <a:defRPr sz="3600">
                <a:solidFill>
                  <a:schemeClr val="accent6">
                    <a:lumMod val="60000"/>
                    <a:lumOff val="40000"/>
                  </a:schemeClr>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Content Placeholder 2"/>
          <p:cNvSpPr>
            <a:spLocks noGrp="1"/>
          </p:cNvSpPr>
          <p:nvPr>
            <p:ph idx="1"/>
          </p:nvPr>
        </p:nvSpPr>
        <p:spPr>
          <a:xfrm>
            <a:off x="2434130" y="1191095"/>
            <a:ext cx="5947260" cy="3576168"/>
          </a:xfrm>
        </p:spPr>
        <p:txBody>
          <a:bodyPr/>
          <a:lstStyle>
            <a:lvl1pPr>
              <a:defRPr sz="2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7/2/22</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7/2/22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7/2/22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36879" y="328707"/>
            <a:ext cx="8076896" cy="763525"/>
          </a:xfrm>
        </p:spPr>
        <p:txBody>
          <a:bodyPr>
            <a:normAutofit/>
          </a:bodyPr>
          <a:lstStyle>
            <a:lvl1pPr algn="r">
              <a:defRPr sz="3600" baseline="0">
                <a:solidFill>
                  <a:schemeClr val="accent6">
                    <a:lumMod val="60000"/>
                    <a:lumOff val="40000"/>
                  </a:schemeClr>
                </a:solidFill>
                <a:effectLst>
                  <a:outerShdw blurRad="50800" dist="38100" dir="2700000" algn="tl" rotWithShape="0">
                    <a:prstClr val="black">
                      <a:alpha val="40000"/>
                    </a:prstClr>
                  </a:outerShdw>
                </a:effectLst>
              </a:defRPr>
            </a:lvl1pPr>
          </a:lstStyle>
          <a:p>
            <a:r>
              <a:rPr lang="en-US" dirty="0"/>
              <a:t>Click to edit Master title style</a:t>
            </a:r>
          </a:p>
        </p:txBody>
      </p:sp>
      <p:sp>
        <p:nvSpPr>
          <p:cNvPr id="3" name="Text Placeholder 2"/>
          <p:cNvSpPr>
            <a:spLocks noGrp="1"/>
          </p:cNvSpPr>
          <p:nvPr>
            <p:ph type="body" idx="1"/>
          </p:nvPr>
        </p:nvSpPr>
        <p:spPr>
          <a:xfrm>
            <a:off x="536879" y="1655520"/>
            <a:ext cx="4040188"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536879" y="2127917"/>
            <a:ext cx="4040188"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572000" y="1655520"/>
            <a:ext cx="4041775" cy="479822"/>
          </a:xfrm>
        </p:spPr>
        <p:txBody>
          <a:bodyPr anchor="b"/>
          <a:lstStyle>
            <a:lvl1pPr marL="0" indent="0" algn="ctr">
              <a:buNone/>
              <a:defRPr sz="2400" b="1">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572000" y="2127917"/>
            <a:ext cx="4041775" cy="2276294"/>
          </a:xfrm>
        </p:spPr>
        <p:txBody>
          <a:bodyPr/>
          <a:lstStyle>
            <a:lvl1pPr algn="ctr">
              <a:defRPr sz="2400">
                <a:solidFill>
                  <a:schemeClr val="tx1"/>
                </a:solidFill>
              </a:defRPr>
            </a:lvl1pPr>
            <a:lvl2pPr algn="ctr">
              <a:defRPr sz="2000">
                <a:solidFill>
                  <a:schemeClr val="tx1"/>
                </a:solidFill>
              </a:defRPr>
            </a:lvl2pPr>
            <a:lvl3pPr algn="ctr">
              <a:defRPr sz="1800">
                <a:solidFill>
                  <a:schemeClr val="tx1"/>
                </a:solidFill>
              </a:defRPr>
            </a:lvl3pPr>
            <a:lvl4pPr algn="ctr">
              <a:defRPr sz="1600">
                <a:solidFill>
                  <a:schemeClr val="tx1"/>
                </a:solidFill>
              </a:defRPr>
            </a:lvl4pPr>
            <a:lvl5pPr algn="ctr">
              <a:defRPr sz="1600">
                <a:solidFill>
                  <a:schemeClr val="tx1"/>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7/2/22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7/2/22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7/2/22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7/2/22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7/2/22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7/2/22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pic>
        <p:nvPicPr>
          <p:cNvPr id="7" name="Picture 6" descr="E:\websites\free-power-point-templates\2012\logos.png">
            <a:extLst>
              <a:ext uri="{FF2B5EF4-FFF2-40B4-BE49-F238E27FC236}">
                <a16:creationId xmlns:a16="http://schemas.microsoft.com/office/drawing/2014/main" id="{08B89D22-1D6E-450B-881F-4D2A4C527F72}"/>
              </a:ext>
            </a:extLst>
          </p:cNvPr>
          <p:cNvPicPr>
            <a:picLocks noChangeAspect="1" noChangeArrowheads="1"/>
          </p:cNvPicPr>
          <p:nvPr userDrawn="1"/>
        </p:nvPicPr>
        <p:blipFill>
          <a:blip r:embed="rId2">
            <a:extLst>
              <a:ext uri="{28A0092B-C50C-407E-A947-70E740481C1C}">
                <a14:useLocalDpi xmlns:a14="http://schemas.microsoft.com/office/drawing/2010/main" val="0"/>
              </a:ext>
            </a:extLst>
          </a:blip>
          <a:stretch>
            <a:fillRect/>
          </a:stretch>
        </p:blipFill>
        <p:spPr bwMode="auto">
          <a:xfrm>
            <a:off x="3808475" y="2326213"/>
            <a:ext cx="1463784" cy="526961"/>
          </a:xfrm>
          <a:prstGeom prst="rect">
            <a:avLst/>
          </a:prstGeom>
          <a:noFill/>
          <a:ln>
            <a:noFill/>
          </a:ln>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4767263"/>
            <a:ext cx="2133600" cy="273844"/>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7/2/22</a:t>
            </a:fld>
            <a:endParaRPr lang="en-US"/>
          </a:p>
        </p:txBody>
      </p:sp>
      <p:sp>
        <p:nvSpPr>
          <p:cNvPr id="5" name="Footer Placeholder 4"/>
          <p:cNvSpPr>
            <a:spLocks noGrp="1"/>
          </p:cNvSpPr>
          <p:nvPr>
            <p:ph type="ftr" sz="quarter" idx="3"/>
          </p:nvPr>
        </p:nvSpPr>
        <p:spPr>
          <a:xfrm>
            <a:off x="3124200" y="4767263"/>
            <a:ext cx="2895600" cy="273844"/>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4767263"/>
            <a:ext cx="2133600" cy="273844"/>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
        <p:nvSpPr>
          <p:cNvPr id="7" name="TextBox 6">
            <a:extLst>
              <a:ext uri="{FF2B5EF4-FFF2-40B4-BE49-F238E27FC236}">
                <a16:creationId xmlns:a16="http://schemas.microsoft.com/office/drawing/2014/main" id="{11E867DF-3DCA-4725-94F0-F2B6BD747A82}"/>
              </a:ext>
            </a:extLst>
          </p:cNvPr>
          <p:cNvSpPr txBox="1"/>
          <p:nvPr userDrawn="1"/>
        </p:nvSpPr>
        <p:spPr>
          <a:xfrm>
            <a:off x="-9150" y="5213747"/>
            <a:ext cx="8389625" cy="523220"/>
          </a:xfrm>
          <a:prstGeom prst="rect">
            <a:avLst/>
          </a:prstGeom>
          <a:noFill/>
        </p:spPr>
        <p:txBody>
          <a:bodyPr wrap="square" rtlCol="0">
            <a:spAutoFit/>
          </a:bodyPr>
          <a:lstStyle/>
          <a:p>
            <a:r>
              <a:rPr lang="en-US" sz="1400" dirty="0">
                <a:solidFill>
                  <a:schemeClr val="bg1">
                    <a:lumMod val="65000"/>
                  </a:schemeClr>
                </a:solidFill>
              </a:rPr>
              <a:t>This presentation uses a free template provided by FPPT.com</a:t>
            </a:r>
          </a:p>
          <a:p>
            <a:r>
              <a:rPr lang="en-US" sz="1400" dirty="0">
                <a:solidFill>
                  <a:schemeClr val="bg1">
                    <a:lumMod val="65000"/>
                  </a:schemeClr>
                </a:solidFill>
              </a:rPr>
              <a:t>www.free-power-point-templates.com</a:t>
            </a:r>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9.sv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notesSlide" Target="../notesSlides/notesSlide4.xml"/><Relationship Id="rId7" Type="http://schemas.openxmlformats.org/officeDocument/2006/relationships/image" Target="../media/image13.svg"/><Relationship Id="rId2" Type="http://schemas.openxmlformats.org/officeDocument/2006/relationships/slideLayout" Target="../slideLayouts/slideLayout5.xml"/><Relationship Id="rId1" Type="http://schemas.openxmlformats.org/officeDocument/2006/relationships/tags" Target="../tags/tag1.xml"/><Relationship Id="rId6" Type="http://schemas.openxmlformats.org/officeDocument/2006/relationships/image" Target="../media/image12.png"/><Relationship Id="rId11" Type="http://schemas.openxmlformats.org/officeDocument/2006/relationships/image" Target="../media/image17.svg"/><Relationship Id="rId5" Type="http://schemas.openxmlformats.org/officeDocument/2006/relationships/image" Target="../media/image11.svg"/><Relationship Id="rId10" Type="http://schemas.openxmlformats.org/officeDocument/2006/relationships/image" Target="../media/image16.png"/><Relationship Id="rId4" Type="http://schemas.openxmlformats.org/officeDocument/2006/relationships/image" Target="../media/image10.png"/><Relationship Id="rId9" Type="http://schemas.openxmlformats.org/officeDocument/2006/relationships/image" Target="../media/image15.svg"/></Relationships>
</file>

<file path=ppt/slides/_rels/slide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svg"/><Relationship Id="rId3" Type="http://schemas.openxmlformats.org/officeDocument/2006/relationships/image" Target="../media/image19.png"/><Relationship Id="rId7" Type="http://schemas.openxmlformats.org/officeDocument/2006/relationships/image" Target="../media/image23.svg"/><Relationship Id="rId12" Type="http://schemas.openxmlformats.org/officeDocument/2006/relationships/image" Target="../media/image28.png"/><Relationship Id="rId17" Type="http://schemas.openxmlformats.org/officeDocument/2006/relationships/image" Target="../media/image33.svg"/><Relationship Id="rId2" Type="http://schemas.openxmlformats.org/officeDocument/2006/relationships/notesSlide" Target="../notesSlides/notesSlide7.xml"/><Relationship Id="rId16" Type="http://schemas.openxmlformats.org/officeDocument/2006/relationships/image" Target="../media/image32.png"/><Relationship Id="rId1" Type="http://schemas.openxmlformats.org/officeDocument/2006/relationships/slideLayout" Target="../slideLayouts/slideLayout8.xml"/><Relationship Id="rId6" Type="http://schemas.openxmlformats.org/officeDocument/2006/relationships/image" Target="../media/image22.png"/><Relationship Id="rId11" Type="http://schemas.openxmlformats.org/officeDocument/2006/relationships/image" Target="../media/image27.svg"/><Relationship Id="rId5" Type="http://schemas.openxmlformats.org/officeDocument/2006/relationships/image" Target="../media/image21.svg"/><Relationship Id="rId15" Type="http://schemas.openxmlformats.org/officeDocument/2006/relationships/image" Target="../media/image31.svg"/><Relationship Id="rId10" Type="http://schemas.openxmlformats.org/officeDocument/2006/relationships/image" Target="../media/image26.png"/><Relationship Id="rId4" Type="http://schemas.openxmlformats.org/officeDocument/2006/relationships/image" Target="../media/image20.png"/><Relationship Id="rId9" Type="http://schemas.openxmlformats.org/officeDocument/2006/relationships/image" Target="../media/image25.svg"/><Relationship Id="rId14" Type="http://schemas.openxmlformats.org/officeDocument/2006/relationships/image" Target="../media/image30.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8.xml"/><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8.xml"/><Relationship Id="rId1" Type="http://schemas.openxmlformats.org/officeDocument/2006/relationships/tags" Target="../tags/tag3.xml"/><Relationship Id="rId5" Type="http://schemas.openxmlformats.org/officeDocument/2006/relationships/image" Target="../media/image35.png"/><Relationship Id="rId4" Type="http://schemas.openxmlformats.org/officeDocument/2006/relationships/image" Target="../media/image34.png"/></Relationships>
</file>

<file path=ppt/slides/_rels/slide1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37.png"/><Relationship Id="rId4" Type="http://schemas.openxmlformats.org/officeDocument/2006/relationships/image" Target="../media/image3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5335525" y="1044700"/>
            <a:ext cx="3808475" cy="3435862"/>
          </a:xfrm>
        </p:spPr>
        <p:txBody>
          <a:bodyPr>
            <a:normAutofit fontScale="90000"/>
          </a:bodyPr>
          <a:lstStyle/>
          <a:p>
            <a:pPr algn="ctr"/>
            <a:r>
              <a:rPr lang="en-GB" sz="6000" dirty="0">
                <a:solidFill>
                  <a:schemeClr val="bg1"/>
                </a:solidFill>
                <a:latin typeface=""/>
                <a:cs typeface="Al Bayan Plain" pitchFamily="2" charset="-78"/>
              </a:rPr>
              <a:t>Case Study Report </a:t>
            </a:r>
            <a:br>
              <a:rPr lang="en-GB" sz="6000" dirty="0">
                <a:solidFill>
                  <a:schemeClr val="bg1"/>
                </a:solidFill>
                <a:latin typeface=""/>
                <a:cs typeface="Al Bayan Plain" pitchFamily="2" charset="-78"/>
              </a:rPr>
            </a:br>
            <a:r>
              <a:rPr lang="en-GB" sz="3100" dirty="0">
                <a:solidFill>
                  <a:schemeClr val="bg1"/>
                </a:solidFill>
                <a:latin typeface="Dreaming Outloud Script Pro" panose="03050502040304050704" pitchFamily="66" charset="77"/>
                <a:cs typeface="Dreaming Outloud Script Pro" panose="03050502040304050704" pitchFamily="66" charset="77"/>
              </a:rPr>
              <a:t>for</a:t>
            </a:r>
            <a:r>
              <a:rPr lang="en-GB" sz="6000" dirty="0">
                <a:solidFill>
                  <a:schemeClr val="bg1"/>
                </a:solidFill>
                <a:latin typeface=""/>
                <a:cs typeface="Al Bayan Plain" pitchFamily="2" charset="-78"/>
              </a:rPr>
              <a:t> </a:t>
            </a:r>
            <a:br>
              <a:rPr lang="en-GB" sz="6000" dirty="0">
                <a:solidFill>
                  <a:schemeClr val="bg1"/>
                </a:solidFill>
                <a:latin typeface=""/>
                <a:cs typeface="Al Bayan Plain" pitchFamily="2" charset="-78"/>
              </a:rPr>
            </a:br>
            <a:r>
              <a:rPr lang="en-GB" sz="5400" dirty="0">
                <a:solidFill>
                  <a:schemeClr val="bg1"/>
                </a:solidFill>
                <a:latin typeface="Modern Love" pitchFamily="82" charset="0"/>
                <a:cs typeface="Al Bayan Plain" pitchFamily="2" charset="-78"/>
              </a:rPr>
              <a:t>Tasty Bytes</a:t>
            </a:r>
            <a:br>
              <a:rPr lang="en-US" dirty="0"/>
            </a:br>
            <a:endParaRPr lang="en-US" dirty="0">
              <a:latin typeface="Modern Love" pitchFamily="82" charset="0"/>
              <a:ea typeface="Apple SD Gothic Neo" panose="02000300000000000000" pitchFamily="2" charset="-127"/>
            </a:endParaRPr>
          </a:p>
        </p:txBody>
      </p:sp>
      <p:sp>
        <p:nvSpPr>
          <p:cNvPr id="10" name="TextBox 9">
            <a:extLst>
              <a:ext uri="{FF2B5EF4-FFF2-40B4-BE49-F238E27FC236}">
                <a16:creationId xmlns:a16="http://schemas.microsoft.com/office/drawing/2014/main" id="{6A098757-7BA8-F4A3-B6AB-6F071D5AA294}"/>
              </a:ext>
            </a:extLst>
          </p:cNvPr>
          <p:cNvSpPr txBox="1"/>
          <p:nvPr/>
        </p:nvSpPr>
        <p:spPr>
          <a:xfrm>
            <a:off x="7977454" y="4556915"/>
            <a:ext cx="1221640" cy="461665"/>
          </a:xfrm>
          <a:prstGeom prst="rect">
            <a:avLst/>
          </a:prstGeom>
          <a:noFill/>
        </p:spPr>
        <p:txBody>
          <a:bodyPr wrap="square" rtlCol="0">
            <a:spAutoFit/>
          </a:bodyPr>
          <a:lstStyle/>
          <a:p>
            <a:r>
              <a:rPr lang="en-GB" sz="2400" dirty="0">
                <a:solidFill>
                  <a:schemeClr val="bg1"/>
                </a:solidFill>
                <a:latin typeface="Dreaming Outloud Script Pro" panose="020F0502020204030204" pitchFamily="34" charset="0"/>
                <a:cs typeface="Dreaming Outloud Script Pro" panose="020F0502020204030204" pitchFamily="34" charset="0"/>
              </a:rPr>
              <a:t>yikai</a:t>
            </a:r>
            <a:endParaRPr lang="en-CN" sz="2400" dirty="0">
              <a:solidFill>
                <a:schemeClr val="bg1"/>
              </a:solidFill>
              <a:latin typeface="Dreaming Outloud Script Pro" panose="020F0502020204030204" pitchFamily="34" charset="0"/>
              <a:cs typeface="Dreaming Outloud Script Pro" panose="020F0502020204030204" pitchFamily="34" charset="0"/>
            </a:endParaRPr>
          </a:p>
        </p:txBody>
      </p:sp>
      <p:sp>
        <p:nvSpPr>
          <p:cNvPr id="11" name="TextBox 10">
            <a:extLst>
              <a:ext uri="{FF2B5EF4-FFF2-40B4-BE49-F238E27FC236}">
                <a16:creationId xmlns:a16="http://schemas.microsoft.com/office/drawing/2014/main" id="{29C37824-0FEF-9CEE-7546-F0CFE2E354FA}"/>
              </a:ext>
            </a:extLst>
          </p:cNvPr>
          <p:cNvSpPr txBox="1"/>
          <p:nvPr/>
        </p:nvSpPr>
        <p:spPr>
          <a:xfrm>
            <a:off x="143555" y="4709620"/>
            <a:ext cx="1445383" cy="369332"/>
          </a:xfrm>
          <a:prstGeom prst="rect">
            <a:avLst/>
          </a:prstGeom>
          <a:noFill/>
        </p:spPr>
        <p:txBody>
          <a:bodyPr wrap="square" rtlCol="0">
            <a:spAutoFit/>
          </a:bodyPr>
          <a:lstStyle/>
          <a:p>
            <a:r>
              <a:rPr lang="en-GB" dirty="0">
                <a:solidFill>
                  <a:schemeClr val="bg1"/>
                </a:solidFill>
                <a:latin typeface="LingWai TC Medium" panose="03050602040302020204" pitchFamily="66" charset="-120"/>
                <a:ea typeface="LingWai TC Medium" panose="03050602040302020204" pitchFamily="66" charset="-120"/>
                <a:cs typeface="LingWai TC Medium" panose="03050602040302020204" pitchFamily="66" charset="-120"/>
              </a:rPr>
              <a:t>2022/07/01</a:t>
            </a:r>
            <a:endParaRPr lang="en-CN" dirty="0">
              <a:solidFill>
                <a:schemeClr val="bg1"/>
              </a:solidFill>
              <a:latin typeface="LingWai TC Medium" panose="03050602040302020204" pitchFamily="66" charset="-120"/>
              <a:ea typeface="LingWai TC Medium" panose="03050602040302020204" pitchFamily="66" charset="-120"/>
              <a:cs typeface="LingWai TC Medium" panose="03050602040302020204" pitchFamily="66" charset="-120"/>
            </a:endParaRPr>
          </a:p>
        </p:txBody>
      </p:sp>
    </p:spTree>
    <p:extLst>
      <p:ext uri="{BB962C8B-B14F-4D97-AF65-F5344CB8AC3E}">
        <p14:creationId xmlns:p14="http://schemas.microsoft.com/office/powerpoint/2010/main" val="363920370"/>
      </p:ext>
    </p:extLst>
  </p:cSld>
  <p:clrMapOvr>
    <a:masterClrMapping/>
  </p:clrMapOvr>
  <mc:AlternateContent xmlns:mc="http://schemas.openxmlformats.org/markup-compatibility/2006">
    <mc:Choice xmlns:p14="http://schemas.microsoft.com/office/powerpoint/2010/main" Requires="p14">
      <p:transition spd="slow" p14:dur="2000" advTm="9500"/>
    </mc:Choice>
    <mc:Fallback>
      <p:transition spd="slow" advTm="95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625CAD8-1DF0-4AD6-39CE-AD7EFA59A4FB}"/>
              </a:ext>
            </a:extLst>
          </p:cNvPr>
          <p:cNvSpPr txBox="1">
            <a:spLocks/>
          </p:cNvSpPr>
          <p:nvPr/>
        </p:nvSpPr>
        <p:spPr>
          <a:xfrm>
            <a:off x="3655770" y="281175"/>
            <a:ext cx="2443280" cy="91623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bg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bg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bg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sz="4000" dirty="0">
                <a:latin typeface="BM JUA OTF" panose="02020603020101020101" pitchFamily="18" charset="-127"/>
                <a:ea typeface="BM JUA OTF" panose="02020603020101020101" pitchFamily="18" charset="-127"/>
                <a:cs typeface="Apple Chancery" panose="03020702040506060504" pitchFamily="66" charset="-79"/>
              </a:rPr>
              <a:t>Agenda</a:t>
            </a:r>
            <a:endParaRPr lang="en-US" sz="4000" dirty="0">
              <a:solidFill>
                <a:srgbClr val="7030A0"/>
              </a:solidFill>
            </a:endParaRPr>
          </a:p>
          <a:p>
            <a:pPr marL="0" indent="0">
              <a:buNone/>
            </a:pPr>
            <a:endParaRPr lang="en-US" dirty="0"/>
          </a:p>
          <a:p>
            <a:pPr marL="0" indent="0">
              <a:buNone/>
            </a:pPr>
            <a:endParaRPr lang="en-US" dirty="0"/>
          </a:p>
          <a:p>
            <a:pPr marL="0" indent="0">
              <a:buNone/>
            </a:pPr>
            <a:endParaRPr lang="en-US" dirty="0"/>
          </a:p>
          <a:p>
            <a:endParaRPr lang="en-US" dirty="0"/>
          </a:p>
          <a:p>
            <a:endParaRPr lang="en-US" dirty="0"/>
          </a:p>
        </p:txBody>
      </p:sp>
      <p:sp>
        <p:nvSpPr>
          <p:cNvPr id="4" name="Title 1">
            <a:extLst>
              <a:ext uri="{FF2B5EF4-FFF2-40B4-BE49-F238E27FC236}">
                <a16:creationId xmlns:a16="http://schemas.microsoft.com/office/drawing/2014/main" id="{C801C1C3-052C-1CC6-D5B4-CC728BCFC914}"/>
              </a:ext>
            </a:extLst>
          </p:cNvPr>
          <p:cNvSpPr txBox="1">
            <a:spLocks/>
          </p:cNvSpPr>
          <p:nvPr/>
        </p:nvSpPr>
        <p:spPr>
          <a:xfrm>
            <a:off x="2392197" y="1350110"/>
            <a:ext cx="6691901" cy="3206805"/>
          </a:xfrm>
          <a:prstGeom prst="rect">
            <a:avLst/>
          </a:prstGeom>
          <a:noFill/>
          <a:effectLst>
            <a:outerShdw blurRad="50800" dist="38100" dir="2700000" algn="tl" rotWithShape="0">
              <a:prstClr val="black">
                <a:alpha val="40000"/>
              </a:prstClr>
            </a:outerShdw>
          </a:effectLst>
        </p:spPr>
        <p:txBody>
          <a:bodyPr vert="horz" lIns="91440" tIns="45720" rIns="91440" bIns="45720" rtlCol="0" anchor="ctr">
            <a:normAutofit fontScale="92500" lnSpcReduction="10000"/>
          </a:bodyPr>
          <a:lstStyle>
            <a:lvl1pPr algn="r" defTabSz="914400" rtl="0" eaLnBrk="1" latinLnBrk="0" hangingPunct="1">
              <a:spcBef>
                <a:spcPct val="0"/>
              </a:spcBef>
              <a:buNone/>
              <a:defRPr sz="3600" kern="1200">
                <a:solidFill>
                  <a:schemeClr val="accent6">
                    <a:lumMod val="60000"/>
                    <a:lumOff val="40000"/>
                  </a:schemeClr>
                </a:solidFill>
                <a:latin typeface="+mj-lt"/>
                <a:ea typeface="+mj-ea"/>
                <a:cs typeface="+mj-cs"/>
              </a:defRPr>
            </a:lvl1pPr>
          </a:lstStyle>
          <a:p>
            <a:pPr marL="457200" indent="-457200" algn="l">
              <a:buFont typeface="Arial" panose="020B0604020202020204" pitchFamily="34" charset="0"/>
              <a:buChar char="•"/>
            </a:pPr>
            <a:r>
              <a:rPr lang="en-US" sz="3200" dirty="0">
                <a:solidFill>
                  <a:schemeClr val="bg1"/>
                </a:solidFill>
                <a:latin typeface="BM JUA OTF" panose="02020603020101020101" pitchFamily="18" charset="-127"/>
                <a:ea typeface="BM JUA OTF" panose="02020603020101020101" pitchFamily="18" charset="-127"/>
              </a:rPr>
              <a:t>Background &amp; Problem</a:t>
            </a:r>
          </a:p>
          <a:p>
            <a:pPr marL="457200" indent="-457200" algn="l">
              <a:buFont typeface="Arial" panose="020B0604020202020204" pitchFamily="34" charset="0"/>
              <a:buChar char="•"/>
            </a:pPr>
            <a:endParaRPr lang="en-US" sz="3200" dirty="0">
              <a:solidFill>
                <a:schemeClr val="bg1"/>
              </a:solidFill>
              <a:latin typeface="BM JUA OTF" panose="02020603020101020101" pitchFamily="18" charset="-127"/>
              <a:ea typeface="BM JUA OTF" panose="02020603020101020101" pitchFamily="18" charset="-127"/>
            </a:endParaRPr>
          </a:p>
          <a:p>
            <a:pPr marL="457200" indent="-457200" algn="l">
              <a:buFont typeface="Arial" panose="020B0604020202020204" pitchFamily="34" charset="0"/>
              <a:buChar char="•"/>
            </a:pPr>
            <a:r>
              <a:rPr lang="en-US" sz="3200" dirty="0">
                <a:solidFill>
                  <a:schemeClr val="bg1"/>
                </a:solidFill>
                <a:latin typeface="BM JUA OTF" panose="02020603020101020101" pitchFamily="18" charset="-127"/>
                <a:ea typeface="BM JUA OTF" panose="02020603020101020101" pitchFamily="18" charset="-127"/>
              </a:rPr>
              <a:t>Data &amp; Algorithms</a:t>
            </a:r>
          </a:p>
          <a:p>
            <a:pPr marL="457200" indent="-457200" algn="l">
              <a:buFont typeface="Arial" panose="020B0604020202020204" pitchFamily="34" charset="0"/>
              <a:buChar char="•"/>
            </a:pPr>
            <a:endParaRPr lang="en-US" sz="3200" dirty="0">
              <a:solidFill>
                <a:schemeClr val="bg1"/>
              </a:solidFill>
              <a:latin typeface="BM JUA OTF" panose="02020603020101020101" pitchFamily="18" charset="-127"/>
              <a:ea typeface="BM JUA OTF" panose="02020603020101020101" pitchFamily="18" charset="-127"/>
            </a:endParaRPr>
          </a:p>
          <a:p>
            <a:pPr marL="457200" indent="-457200" algn="l">
              <a:buFont typeface="Arial" panose="020B0604020202020204" pitchFamily="34" charset="0"/>
              <a:buChar char="•"/>
            </a:pPr>
            <a:r>
              <a:rPr lang="en-US" sz="3200" dirty="0">
                <a:solidFill>
                  <a:schemeClr val="bg1"/>
                </a:solidFill>
                <a:latin typeface="BM JUA OTF" panose="02020603020101020101" pitchFamily="18" charset="-127"/>
                <a:ea typeface="BM JUA OTF" panose="02020603020101020101" pitchFamily="18" charset="-127"/>
              </a:rPr>
              <a:t>Results &amp; Comparison</a:t>
            </a:r>
          </a:p>
          <a:p>
            <a:pPr marL="457200" indent="-457200" algn="l">
              <a:buFont typeface="Arial" panose="020B0604020202020204" pitchFamily="34" charset="0"/>
              <a:buChar char="•"/>
            </a:pPr>
            <a:endParaRPr lang="en-US" sz="3200" dirty="0">
              <a:solidFill>
                <a:schemeClr val="bg1"/>
              </a:solidFill>
              <a:latin typeface="BM JUA OTF" panose="02020603020101020101" pitchFamily="18" charset="-127"/>
              <a:ea typeface="BM JUA OTF" panose="02020603020101020101" pitchFamily="18" charset="-127"/>
            </a:endParaRPr>
          </a:p>
          <a:p>
            <a:pPr marL="457200" indent="-457200" algn="l">
              <a:buFont typeface="Arial" panose="020B0604020202020204" pitchFamily="34" charset="0"/>
              <a:buChar char="•"/>
            </a:pPr>
            <a:r>
              <a:rPr lang="en-US" sz="3200" dirty="0">
                <a:solidFill>
                  <a:schemeClr val="bg1"/>
                </a:solidFill>
                <a:latin typeface="BM JUA OTF" panose="02020603020101020101" pitchFamily="18" charset="-127"/>
                <a:ea typeface="BM JUA OTF" panose="02020603020101020101" pitchFamily="18" charset="-127"/>
              </a:rPr>
              <a:t>Summary &amp; Further Improvement</a:t>
            </a:r>
          </a:p>
          <a:p>
            <a:pPr marL="457200" indent="-457200" algn="l">
              <a:buFont typeface="Arial" panose="020B0604020202020204" pitchFamily="34" charset="0"/>
              <a:buChar char="•"/>
            </a:pPr>
            <a:endParaRPr lang="en-US" sz="3200" dirty="0">
              <a:solidFill>
                <a:schemeClr val="bg1"/>
              </a:solidFill>
              <a:latin typeface=""/>
              <a:ea typeface="Apple SD Gothic Neo" panose="02000300000000000000" pitchFamily="2" charset="-127"/>
            </a:endParaRPr>
          </a:p>
        </p:txBody>
      </p:sp>
    </p:spTree>
    <p:extLst>
      <p:ext uri="{BB962C8B-B14F-4D97-AF65-F5344CB8AC3E}">
        <p14:creationId xmlns:p14="http://schemas.microsoft.com/office/powerpoint/2010/main" val="1509739643"/>
      </p:ext>
    </p:extLst>
  </p:cSld>
  <p:clrMapOvr>
    <a:masterClrMapping/>
  </p:clrMapOvr>
  <mc:AlternateContent xmlns:mc="http://schemas.openxmlformats.org/markup-compatibility/2006">
    <mc:Choice xmlns:p14="http://schemas.microsoft.com/office/powerpoint/2010/main" Requires="p14">
      <p:transition spd="slow" p14:dur="2000" advTm="28233"/>
    </mc:Choice>
    <mc:Fallback>
      <p:transition spd="slow" advTm="28233"/>
    </mc:Fallback>
  </mc:AlternateContent>
  <p:extLst>
    <p:ext uri="{3A86A75C-4F4B-4683-9AE1-C65F6400EC91}">
      <p14:laserTraceLst xmlns:p14="http://schemas.microsoft.com/office/powerpoint/2010/main">
        <p14:tracePtLst>
          <p14:tracePt t="3556" x="9134475" y="982663"/>
          <p14:tracePt t="3556" x="9121775" y="982663"/>
          <p14:tracePt t="3559" x="9099550" y="968375"/>
          <p14:tracePt t="3560" x="9090025" y="960438"/>
          <p14:tracePt t="3563" x="9082088" y="960438"/>
          <p14:tracePt t="3564" x="9045575" y="938213"/>
          <p14:tracePt t="3564" x="9037638" y="938213"/>
          <p14:tracePt t="3579" x="9013825" y="928688"/>
          <p14:tracePt t="3580" x="8863013" y="906463"/>
          <p14:tracePt t="3581" x="8853488" y="893763"/>
          <p14:tracePt t="3584" x="8840788" y="893763"/>
          <p14:tracePt t="3586" x="8823325" y="893763"/>
          <p14:tracePt t="3588" x="8777288" y="893763"/>
          <p14:tracePt t="3604" x="8755063" y="884238"/>
          <p14:tracePt t="3605" x="8594725" y="862013"/>
          <p14:tracePt t="3655" x="8594725" y="852488"/>
          <p14:tracePt t="3671" x="8594725" y="808038"/>
          <p14:tracePt t="3672" x="8594725" y="785813"/>
          <p14:tracePt t="3675" x="8594725" y="776288"/>
          <p14:tracePt t="3687" x="8594725" y="763588"/>
          <p14:tracePt t="3688" x="8550275" y="669925"/>
          <p14:tracePt t="3689" x="8550275" y="655638"/>
          <p14:tracePt t="3691" x="8528050" y="647700"/>
          <p14:tracePt t="3692" x="8528050" y="625475"/>
          <p14:tracePt t="3692" x="8518525" y="615950"/>
          <p14:tracePt t="3705" x="8412163" y="473075"/>
          <p14:tracePt t="3705" x="8397875" y="465138"/>
          <p14:tracePt t="3706" x="8389938" y="450850"/>
          <p14:tracePt t="3706" x="8380413" y="450850"/>
          <p14:tracePt t="3710" x="8345488" y="411163"/>
          <p14:tracePt t="3722" x="8251825" y="344488"/>
          <p14:tracePt t="3722" x="8237538" y="344488"/>
          <p14:tracePt t="3723" x="8237538" y="334963"/>
          <p14:tracePt t="3725" x="8215313" y="334963"/>
          <p14:tracePt t="3726" x="8205788" y="322263"/>
          <p14:tracePt t="3727" x="8193088" y="322263"/>
          <p14:tracePt t="3737" x="8193088" y="312738"/>
          <p14:tracePt t="3738" x="8139113" y="303213"/>
          <p14:tracePt t="3739" x="8121650" y="290513"/>
          <p14:tracePt t="3743" x="8108950" y="290513"/>
          <p14:tracePt t="3754" x="8099425" y="290513"/>
          <p14:tracePt t="3755" x="8032750" y="280988"/>
          <p14:tracePt t="3756" x="8023225" y="280988"/>
          <p14:tracePt t="3756" x="8010525" y="280988"/>
          <p14:tracePt t="3757" x="7991475" y="280988"/>
          <p14:tracePt t="3759" x="7969250" y="280988"/>
          <p14:tracePt t="3760" x="7956550" y="280988"/>
          <p14:tracePt t="3762" x="7924800" y="280988"/>
          <p14:tracePt t="3771" x="7916863" y="280988"/>
          <p14:tracePt t="3772" x="7764463" y="280988"/>
          <p14:tracePt t="3772" x="7742238" y="280988"/>
          <p14:tracePt t="3773" x="7720013" y="280988"/>
          <p14:tracePt t="3773" x="7697788" y="280988"/>
          <p14:tracePt t="3776" x="7656513" y="280988"/>
          <p14:tracePt t="3787" x="7634288" y="280988"/>
          <p14:tracePt t="3788" x="7345363" y="290513"/>
          <p14:tracePt t="3789" x="7323138" y="290513"/>
          <p14:tracePt t="3790" x="7299325" y="290513"/>
          <p14:tracePt t="3792" x="7277100" y="290513"/>
          <p14:tracePt t="3792" x="7254875" y="290513"/>
          <p14:tracePt t="3794" x="7224713" y="290513"/>
          <p14:tracePt t="3795" x="7192963" y="290513"/>
          <p14:tracePt t="3795" x="7170738" y="290513"/>
          <p14:tracePt t="3796" x="7108825" y="290513"/>
          <p14:tracePt t="3796" x="7072313" y="290513"/>
          <p14:tracePt t="3805" x="6880225" y="280988"/>
          <p14:tracePt t="3806" x="6858000" y="268288"/>
          <p14:tracePt t="3806" x="6813550" y="268288"/>
          <p14:tracePt t="3807" x="6796088" y="268288"/>
          <p14:tracePt t="3809" x="6759575" y="268288"/>
          <p14:tracePt t="3810" x="6705600" y="268288"/>
          <p14:tracePt t="3811" x="6675438" y="258763"/>
          <p14:tracePt t="3812" x="6653213" y="258763"/>
          <p14:tracePt t="3813" x="6621463" y="250825"/>
          <p14:tracePt t="3818" x="6589713" y="250825"/>
          <p14:tracePt t="3819" x="6424613" y="236538"/>
          <p14:tracePt t="3820" x="6370638" y="227013"/>
          <p14:tracePt t="3820" x="6340475" y="227013"/>
          <p14:tracePt t="3823" x="6264275" y="214313"/>
          <p14:tracePt t="3824" x="6232525" y="214313"/>
          <p14:tracePt t="3825" x="6202363" y="214313"/>
          <p14:tracePt t="3835" x="6188075" y="214313"/>
          <p14:tracePt t="3836" x="5822950" y="227013"/>
          <p14:tracePt t="3836" x="5776913" y="227013"/>
          <p14:tracePt t="3837" x="5768975" y="236538"/>
          <p14:tracePt t="3837" x="5724525" y="236538"/>
          <p14:tracePt t="3841" x="5616575" y="268288"/>
          <p14:tracePt t="3851" x="5584825" y="280988"/>
          <p14:tracePt t="3852" x="5273675" y="379413"/>
          <p14:tracePt t="3853" x="5251450" y="388938"/>
          <p14:tracePt t="3854" x="5227638" y="396875"/>
          <p14:tracePt t="3857" x="5205413" y="411163"/>
          <p14:tracePt t="3858" x="5067300" y="487363"/>
          <p14:tracePt t="3869" x="4840288" y="615950"/>
          <p14:tracePt t="3870" x="4808538" y="633413"/>
          <p14:tracePt t="3871" x="4786313" y="647700"/>
          <p14:tracePt t="3874" x="4776788" y="669925"/>
          <p14:tracePt t="3874" x="4754563" y="669925"/>
          <p14:tracePt t="3875" x="4732338" y="692150"/>
          <p14:tracePt t="3876" x="4724400" y="692150"/>
          <p14:tracePt t="3885" x="4702175" y="709613"/>
          <p14:tracePt t="3886" x="4603750" y="754063"/>
          <p14:tracePt t="3886" x="4594225" y="754063"/>
          <p14:tracePt t="3887" x="4581525" y="763588"/>
          <p14:tracePt t="3887" x="4562475" y="763588"/>
          <p14:tracePt t="3891" x="4527550" y="776288"/>
          <p14:tracePt t="3893" x="4527550" y="785813"/>
          <p14:tracePt t="3894" x="4518025" y="785813"/>
          <p14:tracePt t="3894" x="4510088" y="785813"/>
          <p14:tracePt t="3895" x="4495800" y="785813"/>
          <p14:tracePt t="3896" x="4495800" y="798513"/>
          <p14:tracePt t="3902" x="4487863" y="798513"/>
          <p14:tracePt t="3903" x="4465638" y="798513"/>
          <p14:tracePt t="3904" x="4441825" y="808038"/>
          <p14:tracePt t="3906" x="4433888" y="808038"/>
          <p14:tracePt t="3919" x="4411663" y="822325"/>
          <p14:tracePt t="3949" x="4419600" y="822325"/>
          <p14:tracePt t="3960" x="4433888" y="822325"/>
          <p14:tracePt t="3994" x="4433888" y="808038"/>
          <p14:tracePt t="4008" x="4433888" y="798513"/>
          <p14:tracePt t="4011" x="4433888" y="785813"/>
          <p14:tracePt t="4019" x="4433888" y="763588"/>
          <p14:tracePt t="4020" x="4433888" y="754063"/>
          <p14:tracePt t="4023" x="4433888" y="746125"/>
          <p14:tracePt t="4035" x="4433888" y="701675"/>
          <p14:tracePt t="4039" x="4433888" y="692150"/>
          <p14:tracePt t="4065" x="4419600" y="692150"/>
          <p14:tracePt t="4072" x="4419600" y="701675"/>
          <p14:tracePt t="4075" x="4411663" y="701675"/>
          <p14:tracePt t="4086" x="4397375" y="746125"/>
          <p14:tracePt t="4086" x="4389438" y="746125"/>
          <p14:tracePt t="4090" x="4379913" y="763588"/>
          <p14:tracePt t="4092" x="4379913" y="776288"/>
          <p14:tracePt t="4093" x="4367213" y="785813"/>
          <p14:tracePt t="4102" x="4344988" y="839788"/>
          <p14:tracePt t="4103" x="4322763" y="874713"/>
          <p14:tracePt t="4104" x="4322763" y="884238"/>
          <p14:tracePt t="4106" x="4313238" y="906463"/>
          <p14:tracePt t="4107" x="4303713" y="928688"/>
          <p14:tracePt t="4108" x="4291013" y="938213"/>
          <p14:tracePt t="4118" x="4291013" y="960438"/>
          <p14:tracePt t="4119" x="4205288" y="1152525"/>
          <p14:tracePt t="4119" x="4205288" y="1165225"/>
          <p14:tracePt t="4122" x="4192588" y="1187450"/>
          <p14:tracePt t="4124" x="4183063" y="1227138"/>
          <p14:tracePt t="4124" x="4175125" y="1250950"/>
          <p14:tracePt t="4125" x="4160838" y="1273175"/>
          <p14:tracePt t="4125" x="4160838" y="1281113"/>
          <p14:tracePt t="4135" x="4098925" y="1455738"/>
          <p14:tracePt t="4136" x="4084638" y="1465263"/>
          <p14:tracePt t="4137" x="4084638" y="1477963"/>
          <p14:tracePt t="4140" x="4076700" y="1500188"/>
          <p14:tracePt t="4140" x="4054475" y="1554163"/>
          <p14:tracePt t="4142" x="4044950" y="1562100"/>
          <p14:tracePt t="4143" x="4044950" y="1576388"/>
          <p14:tracePt t="4143" x="4044950" y="1584325"/>
          <p14:tracePt t="4144" x="4032250" y="1593850"/>
          <p14:tracePt t="4151" x="4032250" y="1608138"/>
          <p14:tracePt t="4152" x="4010025" y="1682750"/>
          <p14:tracePt t="4153" x="4000500" y="1682750"/>
          <p14:tracePt t="4156" x="4000500" y="1692275"/>
          <p14:tracePt t="4157" x="4000500" y="1704975"/>
          <p14:tracePt t="4169" x="3990975" y="1714500"/>
          <p14:tracePt t="4191" x="3990975" y="1704975"/>
          <p14:tracePt t="4194" x="4000500" y="1704975"/>
          <p14:tracePt t="4206" x="4000500" y="1692275"/>
          <p14:tracePt t="4258" x="4010025" y="1692275"/>
          <p14:tracePt t="4273" x="4010025" y="1682750"/>
          <p14:tracePt t="4286" x="4010025" y="1670050"/>
          <p14:tracePt t="4296" x="4022725" y="1670050"/>
          <p14:tracePt t="4318" x="4022725" y="1660525"/>
          <p14:tracePt t="4331" x="4022725" y="1652588"/>
          <p14:tracePt t="4338" x="4032250" y="1652588"/>
          <p14:tracePt t="4339" x="4032250" y="1638300"/>
          <p14:tracePt t="4345" x="4032250" y="1630363"/>
          <p14:tracePt t="4352" x="4044950" y="1616075"/>
          <p14:tracePt t="4355" x="4044950" y="1608138"/>
          <p14:tracePt t="4369" x="4062413" y="1584325"/>
          <p14:tracePt t="4369" x="4062413" y="1576388"/>
          <p14:tracePt t="4373" x="4062413" y="1562100"/>
          <p14:tracePt t="4385" x="4062413" y="1554163"/>
          <p14:tracePt t="4386" x="4076700" y="1539875"/>
          <p14:tracePt t="5920" x="4062413" y="1539875"/>
          <p14:tracePt t="5931" x="4054475" y="1539875"/>
          <p14:tracePt t="5938" x="4044950" y="1554163"/>
          <p14:tracePt t="5942" x="4032250" y="1554163"/>
          <p14:tracePt t="5959" x="4010025" y="1554163"/>
          <p14:tracePt t="5959" x="3990975" y="1554163"/>
          <p14:tracePt t="5960" x="3978275" y="1554163"/>
          <p14:tracePt t="5963" x="3978275" y="1562100"/>
          <p14:tracePt t="5970" x="3968750" y="1562100"/>
          <p14:tracePt t="5970" x="3938588" y="1576388"/>
          <p14:tracePt t="5972" x="3924300" y="1576388"/>
          <p14:tracePt t="5975" x="3916363" y="1576388"/>
          <p14:tracePt t="5975" x="3902075" y="1576388"/>
          <p14:tracePt t="5977" x="3894138" y="1576388"/>
          <p14:tracePt t="5986" x="3879850" y="1584325"/>
          <p14:tracePt t="5987" x="3825875" y="1584325"/>
          <p14:tracePt t="5987" x="3817938" y="1593850"/>
          <p14:tracePt t="5991" x="3795713" y="1593850"/>
          <p14:tracePt t="6003" x="3786188" y="1593850"/>
          <p14:tracePt t="6004" x="3709988" y="1616075"/>
          <p14:tracePt t="6005" x="3687763" y="1616075"/>
          <p14:tracePt t="6006" x="3679825" y="1616075"/>
          <p14:tracePt t="6008" x="3665538" y="1616075"/>
          <p14:tracePt t="6009" x="3656013" y="1616075"/>
          <p14:tracePt t="6019" x="3643313" y="1616075"/>
          <p14:tracePt t="6019" x="3581400" y="1630363"/>
          <p14:tracePt t="6020" x="3567113" y="1630363"/>
          <p14:tracePt t="6021" x="3559175" y="1630363"/>
          <p14:tracePt t="6025" x="3536950" y="1638300"/>
          <p14:tracePt t="6036" x="3490913" y="1638300"/>
          <p14:tracePt t="6037" x="3482975" y="1638300"/>
          <p14:tracePt t="6041" x="3473450" y="1638300"/>
          <p14:tracePt t="6053" x="3460750" y="1638300"/>
          <p14:tracePt t="6164" x="3451225" y="1638300"/>
          <p14:tracePt t="6174" x="3438525" y="1638300"/>
          <p14:tracePt t="6184" x="3429000" y="1638300"/>
          <p14:tracePt t="6189" x="3419475" y="1638300"/>
          <p14:tracePt t="6202" x="3384550" y="1638300"/>
          <p14:tracePt t="6219" x="3352800" y="1652588"/>
          <p14:tracePt t="6224" x="3344863" y="1652588"/>
          <p14:tracePt t="6599" x="3330575" y="1652588"/>
          <p14:tracePt t="7531" x="3344863" y="1652588"/>
          <p14:tracePt t="7599" x="3352800" y="1652588"/>
          <p14:tracePt t="7653" x="3367088" y="1652588"/>
          <p14:tracePt t="7796" x="3367088" y="1660525"/>
          <p14:tracePt t="7823" x="3367088" y="1670050"/>
          <p14:tracePt t="7855" x="3352800" y="1670050"/>
          <p14:tracePt t="7927" x="3344863" y="1670050"/>
          <p14:tracePt t="7930" x="3344863" y="1682750"/>
          <p14:tracePt t="7948" x="3330575" y="1692275"/>
          <p14:tracePt t="7949" x="3308350" y="1714500"/>
          <p14:tracePt t="7953" x="3298825" y="1724025"/>
          <p14:tracePt t="7955" x="3290888" y="1736725"/>
          <p14:tracePt t="7975" x="3224213" y="1822450"/>
          <p14:tracePt t="7976" x="3201988" y="1852613"/>
          <p14:tracePt t="7977" x="3192463" y="1866900"/>
          <p14:tracePt t="7980" x="3179763" y="1889125"/>
          <p14:tracePt t="7981" x="3170238" y="1897063"/>
          <p14:tracePt t="7985" x="3148013" y="1928813"/>
          <p14:tracePt t="7994" x="3116263" y="1982788"/>
          <p14:tracePt t="7995" x="3108325" y="1995488"/>
          <p14:tracePt t="8002" x="3084513" y="2036763"/>
          <p14:tracePt t="8002" x="3084513" y="2058988"/>
          <p14:tracePt t="8004" x="3071813" y="2058988"/>
          <p14:tracePt t="8020" x="3071813" y="2071688"/>
          <p14:tracePt t="8021" x="3017838" y="2201863"/>
          <p14:tracePt t="8022" x="3009900" y="2209800"/>
          <p14:tracePt t="8024" x="3009900" y="2224088"/>
          <p14:tracePt t="8025" x="3009900" y="2232025"/>
          <p14:tracePt t="8029" x="3009900" y="2241550"/>
          <p14:tracePt t="8038" x="3009900" y="2254250"/>
          <p14:tracePt t="8039" x="3009900" y="2263775"/>
          <p14:tracePt t="8040" x="2995613" y="2286000"/>
          <p14:tracePt t="8044" x="2995613" y="2295525"/>
          <p14:tracePt t="8054" x="2995613" y="2317750"/>
          <p14:tracePt t="8055" x="2995613" y="2330450"/>
          <p14:tracePt t="8059" x="3009900" y="2330450"/>
          <p14:tracePt t="8071" x="3009900" y="2347913"/>
          <p14:tracePt t="8071" x="3009900" y="2362200"/>
          <p14:tracePt t="8075" x="3009900" y="2370138"/>
          <p14:tracePt t="8088" x="3009900" y="2416175"/>
          <p14:tracePt t="8089" x="3009900" y="2424113"/>
          <p14:tracePt t="8092" x="3009900" y="2438400"/>
          <p14:tracePt t="8105" x="3009900" y="2500313"/>
          <p14:tracePt t="8106" x="3009900" y="2513013"/>
          <p14:tracePt t="8108" x="3009900" y="2522538"/>
          <p14:tracePt t="8109" x="2995613" y="2536825"/>
          <p14:tracePt t="8121" x="2987675" y="2608263"/>
          <p14:tracePt t="8125" x="2987675" y="2630488"/>
          <p14:tracePt t="8138" x="2978150" y="2665413"/>
          <p14:tracePt t="8154" x="2978150" y="2674938"/>
          <p14:tracePt t="8157" x="2978150" y="2682875"/>
          <p14:tracePt t="8188" x="2987675" y="2719388"/>
          <p14:tracePt t="8189" x="2987675" y="2727325"/>
          <p14:tracePt t="8204" x="2995613" y="2781300"/>
          <p14:tracePt t="8205" x="2995613" y="2795588"/>
          <p14:tracePt t="8208" x="3009900" y="2825750"/>
          <p14:tracePt t="8221" x="3017838" y="2879725"/>
          <p14:tracePt t="8222" x="3017838" y="2889250"/>
          <p14:tracePt t="8225" x="3032125" y="2901950"/>
          <p14:tracePt t="8226" x="3032125" y="2911475"/>
          <p14:tracePt t="8238" x="3040063" y="2919413"/>
          <p14:tracePt t="8307" x="3040063" y="2911475"/>
          <p14:tracePt t="8316" x="3040063" y="2901950"/>
          <p14:tracePt t="8319" x="3049588" y="2889250"/>
          <p14:tracePt t="8335" x="3062288" y="2835275"/>
          <p14:tracePt t="8336" x="3062288" y="2813050"/>
          <p14:tracePt t="8339" x="3071813" y="2803525"/>
          <p14:tracePt t="8340" x="3071813" y="2795588"/>
          <p14:tracePt t="8341" x="3071813" y="2781300"/>
          <p14:tracePt t="8351" x="3084513" y="2781300"/>
          <p14:tracePt t="8352" x="3094038" y="2719388"/>
          <p14:tracePt t="8353" x="3108325" y="2719388"/>
          <p14:tracePt t="8353" x="3108325" y="2705100"/>
          <p14:tracePt t="8354" x="3108325" y="2697163"/>
          <p14:tracePt t="8355" x="3108325" y="2682875"/>
          <p14:tracePt t="8358" x="3116263" y="2674938"/>
          <p14:tracePt t="8359" x="3116263" y="2665413"/>
          <p14:tracePt t="8368" x="3138488" y="2620963"/>
          <p14:tracePt t="8369" x="3138488" y="2608263"/>
          <p14:tracePt t="8369" x="3138488" y="2598738"/>
          <p14:tracePt t="8370" x="3148013" y="2598738"/>
          <p14:tracePt t="8387" x="3148013" y="2589213"/>
          <p14:tracePt t="8388" x="3179763" y="2490788"/>
          <p14:tracePt t="8388" x="3179763" y="2478088"/>
          <p14:tracePt t="8392" x="3192463" y="2468563"/>
          <p14:tracePt t="8396" x="3201988" y="2446338"/>
          <p14:tracePt t="8405" x="3214688" y="2416175"/>
          <p14:tracePt t="8406" x="3214688" y="2406650"/>
          <p14:tracePt t="8408" x="3214688" y="2393950"/>
          <p14:tracePt t="8421" x="3224213" y="2370138"/>
          <p14:tracePt t="8439" x="3224213" y="2362200"/>
          <p14:tracePt t="8496" x="3224213" y="2347913"/>
          <p14:tracePt t="8516" x="3224213" y="2339975"/>
          <p14:tracePt t="8524" x="3224213" y="2330450"/>
          <p14:tracePt t="8535" x="3224213" y="2308225"/>
          <p14:tracePt t="8537" x="3224213" y="2295525"/>
          <p14:tracePt t="8540" x="3214688" y="2295525"/>
          <p14:tracePt t="8541" x="3214688" y="2276475"/>
          <p14:tracePt t="8542" x="3214688" y="2263775"/>
          <p14:tracePt t="8552" x="3214688" y="2232025"/>
          <p14:tracePt t="8552" x="3201988" y="2209800"/>
          <p14:tracePt t="8554" x="3201988" y="2201863"/>
          <p14:tracePt t="8571" x="3201988" y="2187575"/>
          <p14:tracePt t="8571" x="3192463" y="2125663"/>
          <p14:tracePt t="8572" x="3192463" y="2111375"/>
          <p14:tracePt t="8572" x="3179763" y="2111375"/>
          <p14:tracePt t="8579" x="3179763" y="2103438"/>
          <p14:tracePt t="8590" x="3179763" y="2093913"/>
          <p14:tracePt t="10917" x="3179763" y="2103438"/>
          <p14:tracePt t="10922" x="3179763" y="2111375"/>
          <p14:tracePt t="10926" x="3170238" y="2125663"/>
          <p14:tracePt t="10931" x="3170238" y="2133600"/>
          <p14:tracePt t="10939" x="3160713" y="2165350"/>
          <p14:tracePt t="10943" x="3160713" y="2179638"/>
          <p14:tracePt t="10944" x="3160713" y="2187575"/>
          <p14:tracePt t="10951" x="3148013" y="2201863"/>
          <p14:tracePt t="10964" x="3148013" y="2209800"/>
          <p14:tracePt t="10964" x="3138488" y="2276475"/>
          <p14:tracePt t="10968" x="3125788" y="2286000"/>
          <p14:tracePt t="10976" x="3125788" y="2317750"/>
          <p14:tracePt t="10988" x="3125788" y="2330450"/>
          <p14:tracePt t="10989" x="3116263" y="2339975"/>
          <p14:tracePt t="10992" x="3116263" y="2347913"/>
          <p14:tracePt t="11006" x="3116263" y="2362200"/>
          <p14:tracePt t="14895" x="3116263" y="2370138"/>
          <p14:tracePt t="14898" x="3116263" y="2384425"/>
          <p14:tracePt t="14912" x="3116263" y="2393950"/>
          <p14:tracePt t="14912" x="3125788" y="2522538"/>
          <p14:tracePt t="14914" x="3125788" y="2536825"/>
          <p14:tracePt t="14916" x="3125788" y="2554288"/>
          <p14:tracePt t="14927" x="3125788" y="2566988"/>
          <p14:tracePt t="14928" x="3125788" y="2682875"/>
          <p14:tracePt t="14928" x="3125788" y="2697163"/>
          <p14:tracePt t="14931" x="3125788" y="2705100"/>
          <p14:tracePt t="14931" x="3125788" y="2727325"/>
          <p14:tracePt t="14944" x="3125788" y="2751138"/>
          <p14:tracePt t="14944" x="3116263" y="2847975"/>
          <p14:tracePt t="14945" x="3116263" y="2857500"/>
          <p14:tracePt t="14945" x="3116263" y="2867025"/>
          <p14:tracePt t="14948" x="3116263" y="2889250"/>
          <p14:tracePt t="14959" x="3108325" y="2901950"/>
          <p14:tracePt t="14960" x="3094038" y="2941638"/>
          <p14:tracePt t="14960" x="3094038" y="2955925"/>
          <p14:tracePt t="14961" x="3094038" y="2965450"/>
          <p14:tracePt t="14964" x="3094038" y="2978150"/>
          <p14:tracePt t="14970" x="3094038" y="2987675"/>
          <p14:tracePt t="14975" x="3094038" y="2995613"/>
          <p14:tracePt t="14975" x="3084513" y="3009900"/>
          <p14:tracePt t="14976" x="3084513" y="3017838"/>
          <p14:tracePt t="14979" x="3084513" y="3032125"/>
          <p14:tracePt t="14990" x="3084513" y="3040063"/>
          <p14:tracePt t="14990" x="3084513" y="3071813"/>
          <p14:tracePt t="14991" x="3084513" y="3084513"/>
          <p14:tracePt t="15005" x="3084513" y="3108325"/>
          <p14:tracePt t="15006" x="3084513" y="3125788"/>
          <p14:tracePt t="15010" x="3071813" y="3138488"/>
          <p14:tracePt t="15021" x="3071813" y="3148013"/>
          <p14:tracePt t="15022" x="3071813" y="3160713"/>
          <p14:tracePt t="15025" x="3071813" y="3170238"/>
          <p14:tracePt t="15038" x="3071813" y="3192463"/>
          <p14:tracePt t="15039" x="3062288" y="3201988"/>
          <p14:tracePt t="15043" x="3062288" y="3214688"/>
          <p14:tracePt t="15055" x="3062288" y="3236913"/>
          <p14:tracePt t="15055" x="3049588" y="3254375"/>
          <p14:tracePt t="15059" x="3049588" y="3268663"/>
          <p14:tracePt t="15071" x="3049588" y="3298825"/>
          <p14:tracePt t="15072" x="3040063" y="3308350"/>
          <p14:tracePt t="15075" x="3040063" y="3322638"/>
          <p14:tracePt t="15088" x="3040063" y="3344863"/>
          <p14:tracePt t="15268" x="3040063" y="3330575"/>
          <p14:tracePt t="15282" x="3040063" y="3322638"/>
          <p14:tracePt t="15294" x="3040063" y="3308350"/>
          <p14:tracePt t="15306" x="3040063" y="3298825"/>
          <p14:tracePt t="15309" x="3040063" y="3290888"/>
          <p14:tracePt t="15320" x="3040063" y="3276600"/>
          <p14:tracePt t="15321" x="3040063" y="3268663"/>
          <p14:tracePt t="15336" x="3040063" y="3236913"/>
          <p14:tracePt t="15338" x="3040063" y="3224213"/>
          <p14:tracePt t="15353" x="3040063" y="3201988"/>
          <p14:tracePt t="15369" x="3040063" y="3192463"/>
          <p14:tracePt t="15378" x="3040063" y="3179763"/>
          <p14:tracePt t="22303" x="3040063" y="3192463"/>
          <p14:tracePt t="22312" x="3032125" y="3201988"/>
          <p14:tracePt t="22313" x="3032125" y="3214688"/>
          <p14:tracePt t="22321" x="3032125" y="3224213"/>
          <p14:tracePt t="22323" x="3017838" y="3254375"/>
          <p14:tracePt t="22324" x="3017838" y="3268663"/>
          <p14:tracePt t="22326" x="3017838" y="3276600"/>
          <p14:tracePt t="22327" x="3017838" y="3290888"/>
          <p14:tracePt t="22327" x="3017838" y="3298825"/>
          <p14:tracePt t="22331" x="3009900" y="3308350"/>
          <p14:tracePt t="22332" x="3009900" y="3322638"/>
          <p14:tracePt t="22346" x="2987675" y="3406775"/>
          <p14:tracePt t="22346" x="2978150" y="3419475"/>
          <p14:tracePt t="22347" x="2978150" y="3429000"/>
          <p14:tracePt t="22356" x="2978150" y="3438525"/>
          <p14:tracePt t="22357" x="2965450" y="3490913"/>
          <p14:tracePt t="22360" x="2965450" y="3505200"/>
          <p14:tracePt t="22361" x="2965450" y="3513138"/>
          <p14:tracePt t="22364" x="2965450" y="3527425"/>
          <p14:tracePt t="22365" x="2965450" y="3536950"/>
          <p14:tracePt t="22374" x="2965450" y="3567113"/>
          <p14:tracePt t="22375" x="2965450" y="3581400"/>
          <p14:tracePt t="22377" x="2965450" y="3589338"/>
          <p14:tracePt t="22387" x="2955925" y="3633788"/>
          <p14:tracePt t="22403" x="2955925" y="3643313"/>
          <p14:tracePt t="22404" x="2955925" y="3665538"/>
          <p14:tracePt t="22421" x="2955925" y="3679825"/>
          <p14:tracePt t="22423" x="2955925" y="3687763"/>
          <p14:tracePt t="22438" x="2955925" y="3697288"/>
          <p14:tracePt t="22441" x="2955925" y="3709988"/>
          <p14:tracePt t="22454" x="2955925" y="3719513"/>
          <p14:tracePt t="22471" x="2965450" y="3732213"/>
          <p14:tracePt t="22492" x="2965450" y="3741738"/>
          <p14:tracePt t="22498" x="2965450" y="3751263"/>
          <p14:tracePt t="22505" x="2965450" y="3763963"/>
          <p14:tracePt t="22507" x="2965450" y="3773488"/>
          <p14:tracePt t="22509" x="2965450" y="3786188"/>
          <p14:tracePt t="22511" x="2965450" y="3795713"/>
          <p14:tracePt t="22514" x="2965450" y="3808413"/>
          <p14:tracePt t="22521" x="2978150" y="3840163"/>
          <p14:tracePt t="22522" x="2978150" y="3848100"/>
          <p14:tracePt t="22523" x="2978150" y="3862388"/>
          <p14:tracePt t="22526" x="2978150" y="3870325"/>
          <p14:tracePt t="22527" x="2978150" y="3879850"/>
          <p14:tracePt t="22537" x="2978150" y="3924300"/>
          <p14:tracePt t="22538" x="2987675" y="3924300"/>
          <p14:tracePt t="22539" x="2987675" y="3938588"/>
          <p14:tracePt t="22554" x="2987675" y="3946525"/>
          <p14:tracePt t="22554" x="2987675" y="3956050"/>
          <p14:tracePt t="22558" x="2987675" y="3968750"/>
          <p14:tracePt t="22901" x="2987675" y="3956050"/>
          <p14:tracePt t="24213" x="2995613" y="3956050"/>
          <p14:tracePt t="24230" x="3009900" y="3946525"/>
          <p14:tracePt t="24232" x="3017838" y="3946525"/>
          <p14:tracePt t="24246" x="3032125" y="3938588"/>
          <p14:tracePt t="24259" x="3040063" y="3938588"/>
          <p14:tracePt t="24265" x="3049588" y="3938588"/>
        </p14:tracePtLst>
      </p14:laserTraceLst>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54375" y="281175"/>
            <a:ext cx="8229600" cy="857250"/>
          </a:xfrm>
        </p:spPr>
        <p:txBody>
          <a:bodyPr anchor="ctr">
            <a:normAutofit/>
          </a:bodyPr>
          <a:lstStyle/>
          <a:p>
            <a:pPr algn="r"/>
            <a:r>
              <a:rPr lang="en-US" sz="3600" dirty="0">
                <a:solidFill>
                  <a:schemeClr val="accent6">
                    <a:lumMod val="60000"/>
                    <a:lumOff val="40000"/>
                  </a:schemeClr>
                </a:solidFill>
                <a:effectLst>
                  <a:outerShdw blurRad="50800" dist="38100" dir="2700000" algn="tl" rotWithShape="0">
                    <a:prstClr val="black">
                      <a:alpha val="40000"/>
                    </a:prstClr>
                  </a:outerShdw>
                </a:effectLst>
                <a:latin typeface="BM JUA OTF" panose="02020603020101020101" pitchFamily="18" charset="-127"/>
                <a:ea typeface="BM JUA OTF" panose="02020603020101020101" pitchFamily="18" charset="-127"/>
              </a:rPr>
              <a:t>Background </a:t>
            </a:r>
          </a:p>
        </p:txBody>
      </p:sp>
      <p:pic>
        <p:nvPicPr>
          <p:cNvPr id="7" name="Picture 6">
            <a:extLst>
              <a:ext uri="{FF2B5EF4-FFF2-40B4-BE49-F238E27FC236}">
                <a16:creationId xmlns:a16="http://schemas.microsoft.com/office/drawing/2014/main" id="{8ECB022F-2F13-6CDF-3F03-876C38D9A9E4}"/>
              </a:ext>
            </a:extLst>
          </p:cNvPr>
          <p:cNvPicPr>
            <a:picLocks noChangeAspect="1"/>
          </p:cNvPicPr>
          <p:nvPr/>
        </p:nvPicPr>
        <p:blipFill>
          <a:blip r:embed="rId3"/>
          <a:stretch>
            <a:fillRect/>
          </a:stretch>
        </p:blipFill>
        <p:spPr>
          <a:xfrm>
            <a:off x="1365195" y="1572518"/>
            <a:ext cx="2901395" cy="3289807"/>
          </a:xfrm>
          <a:prstGeom prst="rect">
            <a:avLst/>
          </a:prstGeom>
          <a:noFill/>
        </p:spPr>
      </p:pic>
      <p:sp>
        <p:nvSpPr>
          <p:cNvPr id="8" name="Up Arrow 7">
            <a:extLst>
              <a:ext uri="{FF2B5EF4-FFF2-40B4-BE49-F238E27FC236}">
                <a16:creationId xmlns:a16="http://schemas.microsoft.com/office/drawing/2014/main" id="{C8D7B8F8-6B0D-722E-0425-2C2853B5A654}"/>
              </a:ext>
            </a:extLst>
          </p:cNvPr>
          <p:cNvSpPr/>
          <p:nvPr/>
        </p:nvSpPr>
        <p:spPr>
          <a:xfrm>
            <a:off x="6864183" y="1499546"/>
            <a:ext cx="305410" cy="369332"/>
          </a:xfrm>
          <a:prstGeom prst="upArrow">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TextBox 8">
            <a:extLst>
              <a:ext uri="{FF2B5EF4-FFF2-40B4-BE49-F238E27FC236}">
                <a16:creationId xmlns:a16="http://schemas.microsoft.com/office/drawing/2014/main" id="{6B5FEAFF-641C-6F7B-2F37-2F45F0446B75}"/>
              </a:ext>
            </a:extLst>
          </p:cNvPr>
          <p:cNvSpPr txBox="1"/>
          <p:nvPr/>
        </p:nvSpPr>
        <p:spPr>
          <a:xfrm>
            <a:off x="6753587" y="1849186"/>
            <a:ext cx="647382" cy="338554"/>
          </a:xfrm>
          <a:prstGeom prst="rect">
            <a:avLst/>
          </a:prstGeom>
          <a:noFill/>
        </p:spPr>
        <p:txBody>
          <a:bodyPr wrap="square" rtlCol="0">
            <a:spAutoFit/>
          </a:bodyPr>
          <a:lstStyle/>
          <a:p>
            <a:r>
              <a:rPr lang="en-CN" sz="1600" dirty="0">
                <a:solidFill>
                  <a:schemeClr val="accent6">
                    <a:lumMod val="50000"/>
                  </a:schemeClr>
                </a:solidFill>
                <a:latin typeface="BM JUA OTF" panose="02020603020101020101" pitchFamily="18" charset="-127"/>
                <a:ea typeface="BM JUA OTF" panose="02020603020101020101" pitchFamily="18" charset="-127"/>
              </a:rPr>
              <a:t>40%</a:t>
            </a:r>
          </a:p>
        </p:txBody>
      </p:sp>
      <p:sp>
        <p:nvSpPr>
          <p:cNvPr id="10" name="Rounded Rectangle 9">
            <a:extLst>
              <a:ext uri="{FF2B5EF4-FFF2-40B4-BE49-F238E27FC236}">
                <a16:creationId xmlns:a16="http://schemas.microsoft.com/office/drawing/2014/main" id="{5C2598D3-EB07-C939-97F3-1228EE3CFB00}"/>
              </a:ext>
            </a:extLst>
          </p:cNvPr>
          <p:cNvSpPr/>
          <p:nvPr/>
        </p:nvSpPr>
        <p:spPr>
          <a:xfrm>
            <a:off x="5041423" y="2187740"/>
            <a:ext cx="1369222" cy="578929"/>
          </a:xfrm>
          <a:prstGeom prst="round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latin typeface="BM JUA OTF" panose="02020603020101020101" pitchFamily="18" charset="-127"/>
                <a:ea typeface="BM JUA OTF" panose="02020603020101020101" pitchFamily="18" charset="-127"/>
              </a:rPr>
              <a:t>Popular</a:t>
            </a:r>
          </a:p>
        </p:txBody>
      </p:sp>
      <p:sp>
        <p:nvSpPr>
          <p:cNvPr id="13" name="Rounded Rectangle 12">
            <a:extLst>
              <a:ext uri="{FF2B5EF4-FFF2-40B4-BE49-F238E27FC236}">
                <a16:creationId xmlns:a16="http://schemas.microsoft.com/office/drawing/2014/main" id="{9A44D578-0D4E-C97C-296F-EC44025044C5}"/>
              </a:ext>
            </a:extLst>
          </p:cNvPr>
          <p:cNvSpPr/>
          <p:nvPr/>
        </p:nvSpPr>
        <p:spPr>
          <a:xfrm>
            <a:off x="5041423" y="3815984"/>
            <a:ext cx="1369222" cy="578929"/>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latin typeface="BM JUA OTF" panose="02020603020101020101" pitchFamily="18" charset="-127"/>
                <a:ea typeface="BM JUA OTF" panose="02020603020101020101" pitchFamily="18" charset="-127"/>
              </a:rPr>
              <a:t>Unpopular</a:t>
            </a:r>
          </a:p>
        </p:txBody>
      </p:sp>
      <p:pic>
        <p:nvPicPr>
          <p:cNvPr id="14" name="Graphic 13" descr="Tick with solid fill">
            <a:extLst>
              <a:ext uri="{FF2B5EF4-FFF2-40B4-BE49-F238E27FC236}">
                <a16:creationId xmlns:a16="http://schemas.microsoft.com/office/drawing/2014/main" id="{68ECC898-994D-8366-61B2-4D11F5C75E8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679726" y="1911609"/>
            <a:ext cx="914400" cy="914400"/>
          </a:xfrm>
          <a:prstGeom prst="rect">
            <a:avLst/>
          </a:prstGeom>
        </p:spPr>
      </p:pic>
      <p:pic>
        <p:nvPicPr>
          <p:cNvPr id="18" name="Graphic 17" descr="Close with solid fill">
            <a:extLst>
              <a:ext uri="{FF2B5EF4-FFF2-40B4-BE49-F238E27FC236}">
                <a16:creationId xmlns:a16="http://schemas.microsoft.com/office/drawing/2014/main" id="{4089CB1B-1276-CD9B-C668-9617F3540F60}"/>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6679726" y="3651296"/>
            <a:ext cx="914400" cy="914400"/>
          </a:xfrm>
          <a:prstGeom prst="rect">
            <a:avLst/>
          </a:prstGeom>
        </p:spPr>
      </p:pic>
    </p:spTree>
    <p:extLst>
      <p:ext uri="{BB962C8B-B14F-4D97-AF65-F5344CB8AC3E}">
        <p14:creationId xmlns:p14="http://schemas.microsoft.com/office/powerpoint/2010/main" val="4103309497"/>
      </p:ext>
    </p:extLst>
  </p:cSld>
  <p:clrMapOvr>
    <a:masterClrMapping/>
  </p:clrMapOvr>
  <mc:AlternateContent xmlns:mc="http://schemas.openxmlformats.org/markup-compatibility/2006">
    <mc:Choice xmlns:p14="http://schemas.microsoft.com/office/powerpoint/2010/main" Requires="p14">
      <p:transition spd="slow" p14:dur="2000" advTm="33433"/>
    </mc:Choice>
    <mc:Fallback>
      <p:transition spd="slow" advTm="33433"/>
    </mc:Fallback>
  </mc:AlternateContent>
  <p:extLst>
    <p:ext uri="{3A86A75C-4F4B-4683-9AE1-C65F6400EC91}">
      <p14:laserTraceLst xmlns:p14="http://schemas.microsoft.com/office/powerpoint/2010/main">
        <p14:tracePtLst>
          <p14:tracePt t="1498" x="3049588" y="3916363"/>
          <p14:tracePt t="1508" x="3071813" y="3848100"/>
          <p14:tracePt t="1509" x="3071813" y="3840163"/>
          <p14:tracePt t="1509" x="3071813" y="3825875"/>
          <p14:tracePt t="1512" x="3084513" y="3817938"/>
          <p14:tracePt t="1513" x="3094038" y="3773488"/>
          <p14:tracePt t="1514" x="3108325" y="3763963"/>
          <p14:tracePt t="1514" x="3108325" y="3751263"/>
          <p14:tracePt t="1524" x="3108325" y="3732213"/>
          <p14:tracePt t="1525" x="3214688" y="3513138"/>
          <p14:tracePt t="1526" x="3224213" y="3490913"/>
          <p14:tracePt t="1526" x="3236913" y="3473450"/>
          <p14:tracePt t="1529" x="3246438" y="3438525"/>
          <p14:tracePt t="1530" x="3276600" y="3375025"/>
          <p14:tracePt t="1530" x="3290888" y="3352800"/>
          <p14:tracePt t="1531" x="3344863" y="3268663"/>
          <p14:tracePt t="1540" x="3352800" y="3236913"/>
          <p14:tracePt t="1541" x="3460750" y="3032125"/>
          <p14:tracePt t="1542" x="3473450" y="3017838"/>
          <p14:tracePt t="1542" x="3482975" y="2995613"/>
          <p14:tracePt t="1546" x="3490913" y="2965450"/>
          <p14:tracePt t="1547" x="3536950" y="2867025"/>
          <p14:tracePt t="1548" x="3559175" y="2847975"/>
          <p14:tracePt t="1548" x="3567113" y="2825750"/>
          <p14:tracePt t="1557" x="3581400" y="2803525"/>
          <p14:tracePt t="1557" x="3621088" y="2719388"/>
          <p14:tracePt t="1558" x="3656013" y="2652713"/>
          <p14:tracePt t="1558" x="3665538" y="2643188"/>
          <p14:tracePt t="1559" x="3665538" y="2620963"/>
          <p14:tracePt t="1565" x="3665538" y="2608263"/>
          <p14:tracePt t="1566" x="3709988" y="2544763"/>
          <p14:tracePt t="1566" x="3709988" y="2536825"/>
          <p14:tracePt t="1574" x="3719513" y="2522538"/>
          <p14:tracePt t="1575" x="3741738" y="2478088"/>
          <p14:tracePt t="1576" x="3741738" y="2468563"/>
          <p14:tracePt t="1576" x="3751263" y="2468563"/>
          <p14:tracePt t="1579" x="3751263" y="2460625"/>
          <p14:tracePt t="1580" x="3751263" y="2446338"/>
          <p14:tracePt t="1580" x="3763963" y="2446338"/>
          <p14:tracePt t="1591" x="3773488" y="2416175"/>
          <p14:tracePt t="1592" x="3773488" y="2406650"/>
          <p14:tracePt t="1607" x="3773488" y="2393950"/>
          <p14:tracePt t="1636" x="3773488" y="2384425"/>
          <p14:tracePt t="1649" x="3773488" y="2362200"/>
          <p14:tracePt t="1652" x="3786188" y="2347913"/>
          <p14:tracePt t="1664" x="3786188" y="2339975"/>
          <p14:tracePt t="1664" x="3808413" y="2286000"/>
          <p14:tracePt t="1665" x="3808413" y="2276475"/>
          <p14:tracePt t="1667" x="3817938" y="2276475"/>
          <p14:tracePt t="1668" x="3817938" y="2263775"/>
          <p14:tracePt t="1669" x="3817938" y="2254250"/>
          <p14:tracePt t="1670" x="3825875" y="2254250"/>
          <p14:tracePt t="1671" x="3825875" y="2241550"/>
          <p14:tracePt t="1671" x="3825875" y="2232025"/>
          <p14:tracePt t="1674" x="3840163" y="2232025"/>
          <p14:tracePt t="1675" x="3848100" y="2209800"/>
          <p14:tracePt t="1679" x="3862388" y="2187575"/>
          <p14:tracePt t="1691" x="3870325" y="2179638"/>
          <p14:tracePt t="1692" x="3946525" y="2103438"/>
          <p14:tracePt t="1695" x="3968750" y="2093913"/>
          <p14:tracePt t="1697" x="3978275" y="2093913"/>
          <p14:tracePt t="1698" x="3990975" y="2081213"/>
          <p14:tracePt t="1708" x="4098925" y="2049463"/>
          <p14:tracePt t="1709" x="4108450" y="2036763"/>
          <p14:tracePt t="1709" x="4121150" y="2036763"/>
          <p14:tracePt t="1710" x="4130675" y="2036763"/>
          <p14:tracePt t="1713" x="4152900" y="2036763"/>
          <p14:tracePt t="1714" x="4183063" y="2027238"/>
          <p14:tracePt t="1714" x="4205288" y="2027238"/>
          <p14:tracePt t="1724" x="4214813" y="2017713"/>
          <p14:tracePt t="1725" x="4411663" y="1995488"/>
          <p14:tracePt t="1726" x="4433888" y="1982788"/>
          <p14:tracePt t="1726" x="4451350" y="1982788"/>
          <p14:tracePt t="1729" x="4487863" y="1982788"/>
          <p14:tracePt t="1730" x="4581525" y="1965325"/>
          <p14:tracePt t="1730" x="4616450" y="1965325"/>
          <p14:tracePt t="1731" x="4648200" y="1951038"/>
          <p14:tracePt t="1741" x="4679950" y="1951038"/>
          <p14:tracePt t="1742" x="4983163" y="1889125"/>
          <p14:tracePt t="1742" x="5022850" y="1874838"/>
          <p14:tracePt t="1745" x="5067300" y="1874838"/>
          <p14:tracePt t="1745" x="5133975" y="1852613"/>
          <p14:tracePt t="1746" x="5143500" y="1852613"/>
          <p14:tracePt t="1757" x="5175250" y="1852613"/>
          <p14:tracePt t="1758" x="5446713" y="1790700"/>
          <p14:tracePt t="1759" x="5487988" y="1776413"/>
          <p14:tracePt t="1760" x="5510213" y="1776413"/>
          <p14:tracePt t="1760" x="5532438" y="1768475"/>
          <p14:tracePt t="1763" x="5540375" y="1758950"/>
          <p14:tracePt t="1764" x="5584825" y="1758950"/>
          <p14:tracePt t="1764" x="5594350" y="1758950"/>
          <p14:tracePt t="1774" x="5608638" y="1758950"/>
          <p14:tracePt t="1775" x="5670550" y="1724025"/>
          <p14:tracePt t="1775" x="5683250" y="1724025"/>
          <p14:tracePt t="1778" x="5692775" y="1724025"/>
          <p14:tracePt t="1791" x="5705475" y="1724025"/>
          <p14:tracePt t="1816" x="5705475" y="1714500"/>
          <p14:tracePt t="1823" x="5692775" y="1714500"/>
          <p14:tracePt t="1841" x="5683250" y="1682750"/>
          <p14:tracePt t="1845" x="5683250" y="1670050"/>
          <p14:tracePt t="1858" x="5670550" y="1652588"/>
          <p14:tracePt t="1861" x="5670550" y="1638300"/>
          <p14:tracePt t="1874" x="5661025" y="1630363"/>
          <p14:tracePt t="1878" x="5661025" y="1616075"/>
          <p14:tracePt t="1892" x="5670550" y="1593850"/>
          <p14:tracePt t="1893" x="5670550" y="1584325"/>
          <p14:tracePt t="1893" x="5683250" y="1584325"/>
          <p14:tracePt t="1896" x="5683250" y="1576388"/>
          <p14:tracePt t="1908" x="5692775" y="1554163"/>
          <p14:tracePt t="1908" x="5692775" y="1539875"/>
          <p14:tracePt t="1909" x="5705475" y="1539875"/>
          <p14:tracePt t="1910" x="5705475" y="1531938"/>
          <p14:tracePt t="1914" x="5705475" y="1522413"/>
          <p14:tracePt t="1924" x="5715000" y="1522413"/>
          <p14:tracePt t="1925" x="5737225" y="1477963"/>
          <p14:tracePt t="1926" x="5746750" y="1465263"/>
          <p14:tracePt t="1930" x="5759450" y="1446213"/>
          <p14:tracePt t="1941" x="5768975" y="1446213"/>
          <p14:tracePt t="1942" x="5813425" y="1379538"/>
          <p14:tracePt t="1942" x="5813425" y="1370013"/>
          <p14:tracePt t="1943" x="5822950" y="1370013"/>
          <p14:tracePt t="1943" x="5822950" y="1357313"/>
          <p14:tracePt t="1946" x="5835650" y="1347788"/>
          <p14:tracePt t="1947" x="5853113" y="1335088"/>
          <p14:tracePt t="1947" x="5853113" y="1325563"/>
          <p14:tracePt t="1957" x="5867400" y="1317625"/>
          <p14:tracePt t="1958" x="5942013" y="1241425"/>
          <p14:tracePt t="1959" x="5951538" y="1227138"/>
          <p14:tracePt t="1963" x="5965825" y="1227138"/>
          <p14:tracePt t="1963" x="6018213" y="1174750"/>
          <p14:tracePt t="1974" x="6027738" y="1174750"/>
          <p14:tracePt t="1975" x="6134100" y="1111250"/>
          <p14:tracePt t="1978" x="6165850" y="1098550"/>
          <p14:tracePt t="1991" x="6232525" y="1066800"/>
          <p14:tracePt t="1994" x="6242050" y="1066800"/>
          <p14:tracePt t="1995" x="6254750" y="1066800"/>
          <p14:tracePt t="1998" x="6264275" y="1066800"/>
          <p14:tracePt t="2008" x="6276975" y="1066800"/>
          <p14:tracePt t="2011" x="6276975" y="1058863"/>
          <p14:tracePt t="2025" x="6286500" y="1058863"/>
          <p14:tracePt t="2041" x="6296025" y="1058863"/>
          <p14:tracePt t="2047" x="6308725" y="1058863"/>
          <p14:tracePt t="2058" x="6318250" y="1058863"/>
          <p14:tracePt t="2059" x="6330950" y="1044575"/>
          <p14:tracePt t="2062" x="6340475" y="1044575"/>
          <p14:tracePt t="2074" x="6362700" y="1044575"/>
          <p14:tracePt t="2078" x="6370638" y="1044575"/>
          <p14:tracePt t="2091" x="6384925" y="1036638"/>
          <p14:tracePt t="2108" x="6394450" y="1036638"/>
          <p14:tracePt t="2124" x="6407150" y="1036638"/>
          <p14:tracePt t="2141" x="6446838" y="1022350"/>
          <p14:tracePt t="2144" x="6461125" y="1022350"/>
          <p14:tracePt t="2145" x="6461125" y="1012825"/>
          <p14:tracePt t="2148" x="6469063" y="1012825"/>
          <p14:tracePt t="2151" x="6478588" y="1012825"/>
          <p14:tracePt t="2158" x="6513513" y="1004888"/>
          <p14:tracePt t="2160" x="6523038" y="1004888"/>
          <p14:tracePt t="2163" x="6537325" y="990600"/>
          <p14:tracePt t="2174" x="6577013" y="982663"/>
          <p14:tracePt t="2179" x="6589713" y="982663"/>
          <p14:tracePt t="2191" x="6608763" y="968375"/>
          <p14:tracePt t="2195" x="6621463" y="968375"/>
          <p14:tracePt t="2207" x="6621463" y="960438"/>
          <p14:tracePt t="2208" x="6630988" y="960438"/>
          <p14:tracePt t="2225" x="6643688" y="950913"/>
          <p14:tracePt t="2226" x="6653213" y="950913"/>
          <p14:tracePt t="2241" x="6683375" y="938213"/>
          <p14:tracePt t="2242" x="6697663" y="928688"/>
          <p14:tracePt t="2246" x="6705600" y="928688"/>
          <p14:tracePt t="2258" x="6737350" y="915988"/>
          <p14:tracePt t="2262" x="6759575" y="906463"/>
          <p14:tracePt t="2274" x="6781800" y="906463"/>
          <p14:tracePt t="2275" x="6796088" y="906463"/>
          <p14:tracePt t="2279" x="6804025" y="906463"/>
          <p14:tracePt t="2279" x="6804025" y="893763"/>
          <p14:tracePt t="2291" x="6813550" y="893763"/>
          <p14:tracePt t="2295" x="6826250" y="893763"/>
          <p14:tracePt t="14043" x="6934200" y="862013"/>
          <p14:tracePt t="14043" x="6956425" y="852488"/>
          <p14:tracePt t="14044" x="6978650" y="852488"/>
          <p14:tracePt t="14044" x="6996113" y="839788"/>
          <p14:tracePt t="14045" x="7018338" y="830263"/>
          <p14:tracePt t="14050" x="7215188" y="776288"/>
          <p14:tracePt t="14059" x="7237413" y="754063"/>
          <p14:tracePt t="14060" x="7697788" y="603250"/>
          <p14:tracePt t="14061" x="7773988" y="571500"/>
          <p14:tracePt t="14061" x="8251825" y="419100"/>
          <p14:tracePt t="14065" x="8345488" y="388938"/>
          <p14:tracePt t="14065" x="8799513" y="258763"/>
          <p14:tracePt t="14066" x="8853488" y="250825"/>
          <p14:tracePt t="14076" x="9005888" y="204788"/>
          <p14:tracePt t="14522" x="22225" y="0"/>
          <p14:tracePt t="14529" x="31750" y="0"/>
          <p14:tracePt t="14529" x="80963" y="0"/>
          <p14:tracePt t="14540" x="133350" y="0"/>
          <p14:tracePt t="14543" x="147638" y="4763"/>
          <p14:tracePt t="14545" x="155575" y="4763"/>
          <p14:tracePt t="14545" x="160338" y="9525"/>
          <p14:tracePt t="14559" x="165100" y="9525"/>
          <p14:tracePt t="14560" x="204788" y="36513"/>
          <p14:tracePt t="14560" x="209550" y="39688"/>
          <p14:tracePt t="14563" x="214313" y="44450"/>
          <p14:tracePt t="14563" x="219075" y="49213"/>
          <p14:tracePt t="14576" x="223838" y="53975"/>
          <p14:tracePt t="14576" x="285750" y="120650"/>
          <p14:tracePt t="14579" x="295275" y="125413"/>
          <p14:tracePt t="14580" x="298450" y="130175"/>
          <p14:tracePt t="14580" x="303213" y="138113"/>
          <p14:tracePt t="14593" x="393700" y="223838"/>
          <p14:tracePt t="14593" x="401638" y="231775"/>
          <p14:tracePt t="14596" x="411163" y="241300"/>
          <p14:tracePt t="14597" x="423863" y="254000"/>
          <p14:tracePt t="14597" x="428625" y="258763"/>
          <p14:tracePt t="14609" x="544513" y="374650"/>
          <p14:tracePt t="14612" x="549275" y="379413"/>
          <p14:tracePt t="14613" x="588963" y="411163"/>
          <p14:tracePt t="14626" x="593725" y="419100"/>
          <p14:tracePt t="14626" x="727075" y="554038"/>
          <p14:tracePt t="14629" x="750888" y="581025"/>
          <p14:tracePt t="14630" x="758825" y="588963"/>
          <p14:tracePt t="14630" x="773113" y="603250"/>
          <p14:tracePt t="14643" x="785813" y="615950"/>
          <p14:tracePt t="14643" x="941388" y="795338"/>
          <p14:tracePt t="14646" x="955675" y="812800"/>
          <p14:tracePt t="14647" x="973138" y="835025"/>
          <p14:tracePt t="14647" x="982663" y="847725"/>
          <p14:tracePt t="14660" x="995363" y="862013"/>
          <p14:tracePt t="14661" x="1108075" y="995363"/>
          <p14:tracePt t="14661" x="1120775" y="1017588"/>
          <p14:tracePt t="14661" x="1130300" y="1027113"/>
          <p14:tracePt t="14662" x="1138238" y="1036638"/>
          <p14:tracePt t="14666" x="1160463" y="1066800"/>
          <p14:tracePt t="14676" x="1187450" y="1108075"/>
          <p14:tracePt t="14677" x="1187450" y="1111250"/>
          <p14:tracePt t="14677" x="1187450" y="1116013"/>
          <p14:tracePt t="14680" x="1192213" y="1120775"/>
          <p14:tracePt t="14693" x="1192213" y="1125538"/>
          <p14:tracePt t="14693" x="1179513" y="1133475"/>
          <p14:tracePt t="14696" x="1174750" y="1133475"/>
          <p14:tracePt t="14697" x="1165225" y="1138238"/>
          <p14:tracePt t="14697" x="1155700" y="1138238"/>
          <p14:tracePt t="14710" x="1066800" y="1152525"/>
          <p14:tracePt t="14710" x="1058863" y="1152525"/>
          <p14:tracePt t="14713" x="1044575" y="1152525"/>
          <p14:tracePt t="14714" x="1022350" y="1155700"/>
          <p14:tracePt t="14726" x="1000125" y="1155700"/>
          <p14:tracePt t="14727" x="754063" y="1174750"/>
          <p14:tracePt t="14727" x="731838" y="1174750"/>
          <p14:tracePt t="14729" x="709613" y="1179513"/>
          <p14:tracePt t="14730" x="682625" y="1179513"/>
          <p14:tracePt t="14731" x="674688" y="1179513"/>
          <p14:tracePt t="14732" x="652463" y="1179513"/>
          <p14:tracePt t="14743" x="625475" y="1182688"/>
          <p14:tracePt t="14743" x="330200" y="1204913"/>
          <p14:tracePt t="14746" x="303213" y="1209675"/>
          <p14:tracePt t="14747" x="250825" y="1214438"/>
          <p14:tracePt t="14747" x="231775" y="1214438"/>
          <p14:tracePt t="14759" x="201613" y="1219200"/>
          <p14:tracePt t="15903" x="374650" y="0"/>
          <p14:tracePt t="15905" x="652463" y="0"/>
          <p14:tracePt t="15924" x="6648450" y="307975"/>
          <p14:tracePt t="15924" x="6988175" y="344488"/>
          <p14:tracePt t="15940" x="9139238" y="982663"/>
          <p14:tracePt t="15941" x="9139238" y="1012825"/>
          <p14:tracePt t="15944" x="9139238" y="1219200"/>
          <p14:tracePt t="15945" x="9139238" y="1246188"/>
          <p14:tracePt t="15957" x="9139238" y="1692275"/>
          <p14:tracePt t="15962" x="9139238" y="2009775"/>
          <p14:tracePt t="15973" x="9139238" y="2036763"/>
          <p14:tracePt t="15974" x="9139238" y="2419350"/>
          <p14:tracePt t="15990" x="9139238" y="2608263"/>
          <p14:tracePt t="15991" x="9139238" y="3108325"/>
          <p14:tracePt t="15994" x="9139238" y="3298825"/>
          <p14:tracePt t="15995" x="9139238" y="3340100"/>
          <p14:tracePt t="16007" x="9139238" y="3732213"/>
          <p14:tracePt t="16012" x="9139238" y="3897313"/>
          <p14:tracePt t="16013" x="9139238" y="3938588"/>
          <p14:tracePt t="16013" x="9139238" y="3965575"/>
          <p14:tracePt t="16023" x="9139238" y="3987800"/>
          <p14:tracePt t="16024" x="9139238" y="4175125"/>
          <p14:tracePt t="16028" x="9139238" y="4187825"/>
          <p14:tracePt t="16028" x="9139238" y="4264025"/>
          <p14:tracePt t="16040" x="9139238" y="4303713"/>
          <p14:tracePt t="16041" x="9139238" y="4438650"/>
          <p14:tracePt t="16044" x="9139238" y="4495800"/>
          <p14:tracePt t="16045" x="9139238" y="4500563"/>
          <p14:tracePt t="16057" x="9139238" y="4621213"/>
          <p14:tracePt t="16061" x="9139238" y="4648200"/>
          <p14:tracePt t="16062" x="9139238" y="4702175"/>
          <p14:tracePt t="16063" x="9139238" y="4705350"/>
          <p14:tracePt t="16063" x="9134475" y="4737100"/>
          <p14:tracePt t="16073" x="9134475" y="4741863"/>
          <p14:tracePt t="16074" x="9104313" y="4857750"/>
          <p14:tracePt t="16078" x="9077325" y="4924425"/>
          <p14:tracePt t="16078" x="9067800" y="4938713"/>
          <p14:tracePt t="16090" x="9059863" y="4956175"/>
          <p14:tracePt t="16091" x="8947150" y="5126038"/>
          <p14:tracePt t="16094" x="8870950" y="5138738"/>
          <p14:tracePt t="16107" x="8836025" y="5138738"/>
          <p14:tracePt t="16108" x="8594725" y="5138738"/>
          <p14:tracePt t="16111" x="8451850" y="5138738"/>
          <p14:tracePt t="16111" x="8375650" y="5138738"/>
          <p14:tracePt t="16123" x="8340725" y="5138738"/>
          <p14:tracePt t="16124" x="7823200" y="5138738"/>
          <p14:tracePt t="16128" x="7562850" y="5138738"/>
          <p14:tracePt t="16128" x="7439025" y="5138738"/>
          <p14:tracePt t="16140" x="7380288" y="5138738"/>
          <p14:tracePt t="16141" x="6862763" y="5138738"/>
          <p14:tracePt t="16144" x="6518275" y="5138738"/>
          <p14:tracePt t="16145" x="6465888" y="5138738"/>
          <p14:tracePt t="16157" x="5969000" y="5138738"/>
          <p14:tracePt t="16161" x="5919788" y="5138738"/>
          <p14:tracePt t="16162" x="5683250" y="5138738"/>
          <p14:tracePt t="16162" x="5643563" y="5138738"/>
          <p14:tracePt t="16174" x="5254625" y="5108575"/>
          <p14:tracePt t="16190" x="4433888" y="4795838"/>
          <p14:tracePt t="16194" x="4322763" y="4727575"/>
          <p14:tracePt t="16195" x="4224338" y="4675188"/>
          <p14:tracePt t="16196" x="4156075" y="4638675"/>
          <p14:tracePt t="16196" x="4121150" y="4616450"/>
          <p14:tracePt t="16197" x="4084638" y="4594225"/>
          <p14:tracePt t="16207" x="4062413" y="4581525"/>
          <p14:tracePt t="16208" x="3822700" y="4419600"/>
          <p14:tracePt t="16211" x="3687763" y="4313238"/>
          <p14:tracePt t="16223" x="3513138" y="4148138"/>
          <p14:tracePt t="16228" x="3505200" y="4133850"/>
          <p14:tracePt t="16228" x="3438525" y="4044950"/>
          <p14:tracePt t="16240" x="3429000" y="4032250"/>
          <p14:tracePt t="16241" x="3370263" y="3911600"/>
          <p14:tracePt t="16244" x="3357563" y="3848100"/>
          <p14:tracePt t="16257" x="3352800" y="3830638"/>
          <p14:tracePt t="16258" x="3344863" y="3670300"/>
          <p14:tracePt t="16261" x="3357563" y="3589338"/>
          <p14:tracePt t="16261" x="3362325" y="3571875"/>
          <p14:tracePt t="16273" x="3362325" y="3559175"/>
          <p14:tracePt t="16274" x="3429000" y="3370263"/>
          <p14:tracePt t="16277" x="3433763" y="3352800"/>
          <p14:tracePt t="16278" x="3468688" y="3295650"/>
          <p14:tracePt t="16278" x="3478213" y="3276600"/>
          <p14:tracePt t="16290" x="3487738" y="3263900"/>
          <p14:tracePt t="16291" x="3611563" y="3084513"/>
          <p14:tracePt t="16294" x="3652838" y="3036888"/>
          <p14:tracePt t="16307" x="3660775" y="3027363"/>
          <p14:tracePt t="16307" x="3751263" y="2928938"/>
          <p14:tracePt t="16311" x="3803650" y="2884488"/>
          <p14:tracePt t="16323" x="3808413" y="2874963"/>
          <p14:tracePt t="16324" x="3870325" y="2822575"/>
          <p14:tracePt t="16328" x="3889375" y="2803525"/>
          <p14:tracePt t="16340" x="3916363" y="2776538"/>
          <p14:tracePt t="16344" x="3916363" y="2773363"/>
          <p14:tracePt t="16344" x="3919538" y="2773363"/>
          <p14:tracePt t="16357" x="3919538" y="2768600"/>
          <p14:tracePt t="16358" x="3919538" y="2759075"/>
          <p14:tracePt t="16378" x="3916363" y="2754313"/>
          <p14:tracePt t="16391" x="3911600" y="2754313"/>
          <p14:tracePt t="16408" x="3906838" y="2754313"/>
          <p14:tracePt t="16411" x="3906838" y="2751138"/>
          <p14:tracePt t="16424" x="3902075" y="2751138"/>
          <p14:tracePt t="16441" x="3902075" y="2736850"/>
          <p14:tracePt t="16444" x="3902075" y="2732088"/>
          <p14:tracePt t="16458" x="3906838" y="2719388"/>
          <p14:tracePt t="16461" x="3911600" y="2714625"/>
          <p14:tracePt t="16474" x="3911600" y="2709863"/>
          <p14:tracePt t="16475" x="3924300" y="2705100"/>
          <p14:tracePt t="16475" x="3924300" y="2701925"/>
          <p14:tracePt t="16478" x="3929063" y="2701925"/>
          <p14:tracePt t="16491" x="3968750" y="2697163"/>
          <p14:tracePt t="16492" x="3973513" y="2697163"/>
          <p14:tracePt t="16492" x="3978275" y="2697163"/>
          <p14:tracePt t="16495" x="3983038" y="2697163"/>
          <p14:tracePt t="16495" x="3995738" y="2697163"/>
          <p14:tracePt t="16507" x="4000500" y="2697163"/>
          <p14:tracePt t="16508" x="4108450" y="2701925"/>
          <p14:tracePt t="16508" x="4116388" y="2701925"/>
          <p14:tracePt t="16511" x="4130675" y="2705100"/>
          <p14:tracePt t="16512" x="4152900" y="2705100"/>
          <p14:tracePt t="16524" x="4156075" y="2705100"/>
          <p14:tracePt t="16525" x="4276725" y="2724150"/>
          <p14:tracePt t="16525" x="4303713" y="2727325"/>
          <p14:tracePt t="16528" x="4308475" y="2727325"/>
          <p14:tracePt t="16529" x="4322763" y="2732088"/>
          <p14:tracePt t="16530" x="4330700" y="2736850"/>
          <p14:tracePt t="16531" x="4340225" y="2736850"/>
          <p14:tracePt t="16541" x="4348163" y="2736850"/>
          <p14:tracePt t="16542" x="4397375" y="2759075"/>
          <p14:tracePt t="16544" x="4402138" y="2759075"/>
          <p14:tracePt t="16545" x="4406900" y="2763838"/>
          <p14:tracePt t="16558" x="4433888" y="2798763"/>
          <p14:tracePt t="16561" x="4433888" y="2808288"/>
          <p14:tracePt t="16574" x="4433888" y="2813050"/>
          <p14:tracePt t="16575" x="4429125" y="2867025"/>
          <p14:tracePt t="16575" x="4429125" y="2870200"/>
          <p14:tracePt t="16578" x="4429125" y="2874963"/>
          <p14:tracePt t="16579" x="4424363" y="2889250"/>
          <p14:tracePt t="16579" x="4424363" y="2894013"/>
          <p14:tracePt t="16591" x="4419600" y="2897188"/>
          <p14:tracePt t="16592" x="4397375" y="2965450"/>
          <p14:tracePt t="16595" x="4397375" y="2968625"/>
          <p14:tracePt t="16595" x="4389438" y="2982913"/>
          <p14:tracePt t="16608" x="4389438" y="2987675"/>
          <p14:tracePt t="16608" x="4352925" y="3040063"/>
          <p14:tracePt t="16609" x="4348163" y="3044825"/>
          <p14:tracePt t="16609" x="4344988" y="3049588"/>
          <p14:tracePt t="16612" x="4340225" y="3054350"/>
          <p14:tracePt t="16613" x="4335463" y="3059113"/>
          <p14:tracePt t="16613" x="4330700" y="3059113"/>
          <p14:tracePt t="16624" x="4330700" y="3062288"/>
          <p14:tracePt t="16625" x="4286250" y="3094038"/>
          <p14:tracePt t="16625" x="4281488" y="3094038"/>
          <p14:tracePt t="16629" x="4268788" y="3103563"/>
          <p14:tracePt t="16629" x="4259263" y="3108325"/>
          <p14:tracePt t="16641" x="4254500" y="3108325"/>
          <p14:tracePt t="16642" x="4170363" y="3143250"/>
          <p14:tracePt t="16642" x="4160838" y="3148013"/>
          <p14:tracePt t="16645" x="4156075" y="3148013"/>
          <p14:tracePt t="16646" x="4143375" y="3152775"/>
          <p14:tracePt t="16646" x="4143375" y="3155950"/>
          <p14:tracePt t="16658" x="4130675" y="3155950"/>
          <p14:tracePt t="16658" x="4062413" y="3175000"/>
          <p14:tracePt t="16662" x="4054475" y="3179763"/>
          <p14:tracePt t="16662" x="4040188" y="3179763"/>
          <p14:tracePt t="16674" x="4037013" y="3179763"/>
          <p14:tracePt t="16675" x="4000500" y="3187700"/>
          <p14:tracePt t="16678" x="3990975" y="3187700"/>
          <p14:tracePt t="16691" x="3983038" y="3187700"/>
          <p14:tracePt t="16713" x="3983038" y="3182938"/>
          <p14:tracePt t="16718" x="3983038" y="3179763"/>
          <p14:tracePt t="16719" x="3978275" y="3179763"/>
          <p14:tracePt t="16720" x="3978275" y="3175000"/>
          <p14:tracePt t="16727" x="3968750" y="3170238"/>
          <p14:tracePt t="16727" x="3968750" y="3165475"/>
          <p14:tracePt t="16731" x="3965575" y="3160713"/>
          <p14:tracePt t="16731" x="3960813" y="3155950"/>
          <p14:tracePt t="16742" x="3929063" y="3133725"/>
          <p14:tracePt t="16742" x="3924300" y="3133725"/>
          <p14:tracePt t="16745" x="3919538" y="3130550"/>
          <p14:tracePt t="16746" x="3902075" y="3125788"/>
          <p14:tracePt t="16758" x="3844925" y="3103563"/>
          <p14:tracePt t="16758" x="3825875" y="3103563"/>
          <p14:tracePt t="16761" x="3822700" y="3098800"/>
          <p14:tracePt t="16762" x="3808413" y="3094038"/>
          <p14:tracePt t="16762" x="3798888" y="3094038"/>
          <p14:tracePt t="16774" x="3786188" y="3089275"/>
          <p14:tracePt t="16775" x="3705225" y="3076575"/>
          <p14:tracePt t="16775" x="3697288" y="3076575"/>
          <p14:tracePt t="16778" x="3692525" y="3076575"/>
          <p14:tracePt t="16779" x="3683000" y="3076575"/>
          <p14:tracePt t="16780" x="3679825" y="3071813"/>
          <p14:tracePt t="16781" x="3670300" y="3071813"/>
          <p14:tracePt t="16791" x="3665538" y="3067050"/>
          <p14:tracePt t="16791" x="3633788" y="3062288"/>
          <p14:tracePt t="16795" x="3630613" y="3062288"/>
          <p14:tracePt t="16808" x="3630613" y="3059113"/>
          <p14:tracePt t="16811" x="3630613" y="3054350"/>
          <p14:tracePt t="16825" x="3648075" y="3040063"/>
          <p14:tracePt t="16825" x="3652838" y="3036888"/>
          <p14:tracePt t="16829" x="3656013" y="3036888"/>
          <p14:tracePt t="16829" x="3665538" y="3027363"/>
          <p14:tracePt t="16841" x="3670300" y="3022600"/>
          <p14:tracePt t="16841" x="3736975" y="2990850"/>
          <p14:tracePt t="16845" x="3746500" y="2987675"/>
          <p14:tracePt t="16846" x="3768725" y="2978150"/>
          <p14:tracePt t="16846" x="3776663" y="2973388"/>
          <p14:tracePt t="16858" x="3795713" y="2965450"/>
          <p14:tracePt t="16858" x="3924300" y="2916238"/>
          <p14:tracePt t="16862" x="3938588" y="2911475"/>
          <p14:tracePt t="16862" x="3983038" y="2894013"/>
          <p14:tracePt t="16874" x="4013200" y="2884488"/>
          <p14:tracePt t="16875" x="4192588" y="2825750"/>
          <p14:tracePt t="16875" x="4205288" y="2822575"/>
          <p14:tracePt t="16879" x="4224338" y="2817813"/>
          <p14:tracePt t="16879" x="4295775" y="2798763"/>
          <p14:tracePt t="16891" x="4308475" y="2795588"/>
          <p14:tracePt t="16892" x="4540250" y="2746375"/>
          <p14:tracePt t="16895" x="4562475" y="2741613"/>
          <p14:tracePt t="16895" x="4643438" y="2727325"/>
          <p14:tracePt t="16908" x="4656138" y="2724150"/>
          <p14:tracePt t="16908" x="4840288" y="2705100"/>
          <p14:tracePt t="16911" x="4852988" y="2701925"/>
          <p14:tracePt t="16912" x="4879975" y="2701925"/>
          <p14:tracePt t="16912" x="4894263" y="2701925"/>
          <p14:tracePt t="16924" x="4897438" y="2701925"/>
          <p14:tracePt t="16925" x="5005388" y="2697163"/>
          <p14:tracePt t="16925" x="5013325" y="2697163"/>
          <p14:tracePt t="16928" x="5018088" y="2697163"/>
          <p14:tracePt t="16929" x="5040313" y="2697163"/>
          <p14:tracePt t="16929" x="5045075" y="2697163"/>
          <p14:tracePt t="16941" x="5049838" y="2697163"/>
          <p14:tracePt t="16941" x="5111750" y="2701925"/>
          <p14:tracePt t="16945" x="5116513" y="2701925"/>
          <p14:tracePt t="16945" x="5126038" y="2705100"/>
          <p14:tracePt t="16946" x="5130800" y="2705100"/>
          <p14:tracePt t="16946" x="5133975" y="2705100"/>
          <p14:tracePt t="16958" x="5138738" y="2705100"/>
          <p14:tracePt t="16958" x="5170488" y="2709863"/>
          <p14:tracePt t="16959" x="5175250" y="2709863"/>
          <p14:tracePt t="16962" x="5180013" y="2709863"/>
          <p14:tracePt t="16974" x="5183188" y="2709863"/>
          <p14:tracePt t="16975" x="5202238" y="2719388"/>
          <p14:tracePt t="16991" x="5205413" y="2719388"/>
          <p14:tracePt t="16991" x="5210175" y="2719388"/>
          <p14:tracePt t="17039" x="5214938" y="2719388"/>
          <p14:tracePt t="17044" x="5219700" y="2719388"/>
          <p14:tracePt t="17046" x="5219700" y="2724150"/>
          <p14:tracePt t="17047" x="5224463" y="2724150"/>
          <p14:tracePt t="17058" x="5246688" y="2724150"/>
          <p14:tracePt t="17061" x="5264150" y="2724150"/>
          <p14:tracePt t="17075" x="5326063" y="2724150"/>
          <p14:tracePt t="17075" x="5330825" y="2724150"/>
          <p14:tracePt t="17078" x="5335588" y="2724150"/>
          <p14:tracePt t="17078" x="5348288" y="2724150"/>
          <p14:tracePt t="17091" x="5353050" y="2724150"/>
          <p14:tracePt t="17091" x="5446713" y="2709863"/>
          <p14:tracePt t="17092" x="5456238" y="2709863"/>
          <p14:tracePt t="17095" x="5473700" y="2701925"/>
          <p14:tracePt t="17096" x="5491163" y="2701925"/>
          <p14:tracePt t="17096" x="5500688" y="2701925"/>
          <p14:tracePt t="17108" x="5510213" y="2697163"/>
          <p14:tracePt t="17108" x="5567363" y="2682875"/>
          <p14:tracePt t="17109" x="5572125" y="2679700"/>
          <p14:tracePt t="17109" x="5581650" y="2679700"/>
          <p14:tracePt t="17112" x="5584825" y="2679700"/>
          <p14:tracePt t="17113" x="5589588" y="2674938"/>
          <p14:tracePt t="17113" x="5594350" y="2674938"/>
          <p14:tracePt t="17124" x="5599113" y="2674938"/>
          <p14:tracePt t="17125" x="5621338" y="2665413"/>
          <p14:tracePt t="17125" x="5621338" y="2660650"/>
          <p14:tracePt t="17128" x="5626100" y="2660650"/>
          <p14:tracePt t="17165" x="5626100" y="2655888"/>
          <p14:tracePt t="17177" x="5626100" y="2652713"/>
          <p14:tracePt t="17178" x="5630863" y="2647950"/>
          <p14:tracePt t="17178" x="5630863" y="2643188"/>
          <p14:tracePt t="17182" x="5630863" y="2638425"/>
          <p14:tracePt t="17192" x="5643563" y="2620963"/>
          <p14:tracePt t="17193" x="5648325" y="2620963"/>
          <p14:tracePt t="17193" x="5648325" y="2616200"/>
          <p14:tracePt t="17197" x="5648325" y="2611438"/>
          <p14:tracePt t="17197" x="5656263" y="2608263"/>
          <p14:tracePt t="17198" x="5656263" y="2603500"/>
          <p14:tracePt t="17209" x="5680075" y="2581275"/>
          <p14:tracePt t="17210" x="5688013" y="2576513"/>
          <p14:tracePt t="17210" x="5688013" y="2571750"/>
          <p14:tracePt t="17213" x="5692775" y="2571750"/>
          <p14:tracePt t="17214" x="5702300" y="2566988"/>
          <p14:tracePt t="17214" x="5702300" y="2562225"/>
          <p14:tracePt t="17224" x="5705475" y="2559050"/>
          <p14:tracePt t="17225" x="5737225" y="2536825"/>
          <p14:tracePt t="17225" x="5741988" y="2532063"/>
          <p14:tracePt t="17229" x="5746750" y="2532063"/>
          <p14:tracePt t="17229" x="5764213" y="2522538"/>
          <p14:tracePt t="17241" x="5768975" y="2517775"/>
          <p14:tracePt t="17241" x="5830888" y="2487613"/>
          <p14:tracePt t="17242" x="5835650" y="2482850"/>
          <p14:tracePt t="17246" x="5845175" y="2482850"/>
          <p14:tracePt t="17246" x="5867400" y="2473325"/>
          <p14:tracePt t="17258" x="5875338" y="2468563"/>
          <p14:tracePt t="17258" x="5978525" y="2438400"/>
          <p14:tracePt t="17262" x="5988050" y="2433638"/>
          <p14:tracePt t="17262" x="6027738" y="2419350"/>
          <p14:tracePt t="17274" x="6037263" y="2419350"/>
          <p14:tracePt t="17275" x="6130925" y="2393950"/>
          <p14:tracePt t="17275" x="6134100" y="2393950"/>
          <p14:tracePt t="17276" x="6143625" y="2389188"/>
          <p14:tracePt t="17279" x="6156325" y="2384425"/>
          <p14:tracePt t="17291" x="6165850" y="2384425"/>
          <p14:tracePt t="17292" x="6210300" y="2366963"/>
          <p14:tracePt t="17295" x="6219825" y="2366963"/>
          <p14:tracePt t="17308" x="6232525" y="2357438"/>
          <p14:tracePt t="17367" x="6237288" y="2357438"/>
          <p14:tracePt t="17400" x="6237288" y="2352675"/>
          <p14:tracePt t="17420" x="6242050" y="2352675"/>
          <p14:tracePt t="17433" x="6242050" y="2347913"/>
          <p14:tracePt t="17435" x="6246813" y="2347913"/>
          <p14:tracePt t="17446" x="6254750" y="2344738"/>
          <p14:tracePt t="17447" x="6259513" y="2339975"/>
          <p14:tracePt t="17451" x="6273800" y="2335213"/>
          <p14:tracePt t="17462" x="6286500" y="2330450"/>
          <p14:tracePt t="17463" x="6318250" y="2317750"/>
          <p14:tracePt t="17463" x="6318250" y="2312988"/>
          <p14:tracePt t="17466" x="6323013" y="2312988"/>
          <p14:tracePt t="17467" x="6335713" y="2303463"/>
          <p14:tracePt t="17467" x="6340475" y="2303463"/>
          <p14:tracePt t="17475" x="6384925" y="2281238"/>
          <p14:tracePt t="17476" x="6397625" y="2276475"/>
          <p14:tracePt t="17476" x="6402388" y="2273300"/>
          <p14:tracePt t="17480" x="6407150" y="2268538"/>
          <p14:tracePt t="17480" x="6429375" y="2259013"/>
          <p14:tracePt t="17491" x="6438900" y="2254250"/>
          <p14:tracePt t="17492" x="6513513" y="2219325"/>
          <p14:tracePt t="17493" x="6523038" y="2219325"/>
          <p14:tracePt t="17493" x="6532563" y="2214563"/>
          <p14:tracePt t="17493" x="6540500" y="2209800"/>
          <p14:tracePt t="17497" x="6545263" y="2209800"/>
          <p14:tracePt t="17497" x="6572250" y="2201863"/>
          <p14:tracePt t="17498" x="6581775" y="2197100"/>
          <p14:tracePt t="17508" x="6634163" y="2179638"/>
          <p14:tracePt t="17508" x="6643688" y="2174875"/>
          <p14:tracePt t="17512" x="6648450" y="2174875"/>
          <p14:tracePt t="17512" x="6661150" y="2170113"/>
          <p14:tracePt t="17524" x="6665913" y="2165350"/>
          <p14:tracePt t="17525" x="6692900" y="2155825"/>
          <p14:tracePt t="17525" x="6697663" y="2155825"/>
          <p14:tracePt t="17528" x="6697663" y="2152650"/>
          <p14:tracePt t="17529" x="6702425" y="2152650"/>
          <p14:tracePt t="17541" x="6705600" y="2147888"/>
          <p14:tracePt t="17610" x="6710363" y="2147888"/>
          <p14:tracePt t="17622" x="6715125" y="2147888"/>
          <p14:tracePt t="17630" x="6719888" y="2147888"/>
          <p14:tracePt t="17640" x="6727825" y="2147888"/>
          <p14:tracePt t="17641" x="6732588" y="2147888"/>
          <p14:tracePt t="17644" x="6737350" y="2147888"/>
          <p14:tracePt t="17657" x="6742113" y="2147888"/>
          <p14:tracePt t="17658" x="6781800" y="2143125"/>
          <p14:tracePt t="17661" x="6799263" y="2143125"/>
          <p14:tracePt t="17674" x="6858000" y="2133600"/>
          <p14:tracePt t="17674" x="6867525" y="2130425"/>
          <p14:tracePt t="17678" x="6916738" y="2120900"/>
          <p14:tracePt t="17690" x="6924675" y="2120900"/>
          <p14:tracePt t="17691" x="7032625" y="2098675"/>
          <p14:tracePt t="17694" x="7050088" y="2093913"/>
          <p14:tracePt t="17695" x="7062788" y="2089150"/>
          <p14:tracePt t="17695" x="7072313" y="2089150"/>
          <p14:tracePt t="17707" x="7081838" y="2084388"/>
          <p14:tracePt t="17708" x="7138988" y="2062163"/>
          <p14:tracePt t="17712" x="7156450" y="2054225"/>
          <p14:tracePt t="17712" x="7161213" y="2054225"/>
          <p14:tracePt t="17723" x="7161213" y="2049463"/>
          <p14:tracePt t="17724" x="7175500" y="2039938"/>
          <p14:tracePt t="17725" x="7175500" y="2036763"/>
          <p14:tracePt t="17728" x="7180263" y="2036763"/>
          <p14:tracePt t="17749" x="7180263" y="2032000"/>
          <p14:tracePt t="17757" x="7175500" y="2032000"/>
          <p14:tracePt t="17761" x="7170738" y="2032000"/>
          <p14:tracePt t="17773" x="7165975" y="2032000"/>
          <p14:tracePt t="17774" x="7148513" y="2022475"/>
          <p14:tracePt t="17778" x="7138988" y="2022475"/>
          <p14:tracePt t="17778" x="7138988" y="2017713"/>
          <p14:tracePt t="17790" x="7121525" y="2012950"/>
          <p14:tracePt t="17791" x="7116763" y="2012950"/>
          <p14:tracePt t="17794" x="7108825" y="2012950"/>
          <p14:tracePt t="17807" x="7104063" y="2009775"/>
          <p14:tracePt t="17808" x="7072313" y="2000250"/>
          <p14:tracePt t="17812" x="7059613" y="2000250"/>
          <p14:tracePt t="17812" x="7054850" y="2000250"/>
          <p14:tracePt t="17824" x="7027863" y="1990725"/>
          <p14:tracePt t="17824" x="7023100" y="1990725"/>
          <p14:tracePt t="17829" x="7010400" y="1987550"/>
          <p14:tracePt t="17841" x="6988175" y="1978025"/>
          <p14:tracePt t="17844" x="6978650" y="1978025"/>
          <p14:tracePt t="17857" x="6965950" y="1973263"/>
          <p14:tracePt t="17858" x="6965950" y="1968500"/>
          <p14:tracePt t="17873" x="6961188" y="1968500"/>
          <p14:tracePt t="17874" x="6956425" y="1965325"/>
          <p14:tracePt t="17878" x="6951663" y="1960563"/>
          <p14:tracePt t="17890" x="6942138" y="1955800"/>
          <p14:tracePt t="17891" x="6938963" y="1955800"/>
          <p14:tracePt t="17895" x="6934200" y="1955800"/>
          <p14:tracePt t="17907" x="6911975" y="1946275"/>
          <p14:tracePt t="17911" x="6902450" y="1946275"/>
          <p14:tracePt t="17923" x="6897688" y="1946275"/>
          <p14:tracePt t="17924" x="6875463" y="1951038"/>
          <p14:tracePt t="17928" x="6870700" y="1951038"/>
          <p14:tracePt t="17941" x="6858000" y="1960563"/>
          <p14:tracePt t="17944" x="6853238" y="1965325"/>
          <p14:tracePt t="17958" x="6848475" y="1982788"/>
          <p14:tracePt t="17962" x="6845300" y="1990725"/>
          <p14:tracePt t="17974" x="6845300" y="2009775"/>
          <p14:tracePt t="17975" x="6845300" y="2012950"/>
          <p14:tracePt t="17978" x="6848475" y="2017713"/>
          <p14:tracePt t="17978" x="6848475" y="2022475"/>
          <p14:tracePt t="17991" x="6862763" y="2039938"/>
          <p14:tracePt t="17994" x="6867525" y="2044700"/>
          <p14:tracePt t="18008" x="6889750" y="2058988"/>
          <p14:tracePt t="18011" x="6897688" y="2062163"/>
          <p14:tracePt t="18012" x="6902450" y="2062163"/>
          <p14:tracePt t="18024" x="6938963" y="2076450"/>
          <p14:tracePt t="18024" x="6951663" y="2081213"/>
          <p14:tracePt t="18028" x="6973888" y="2084388"/>
          <p14:tracePt t="18040" x="6978650" y="2084388"/>
          <p14:tracePt t="18041" x="7045325" y="2093913"/>
          <p14:tracePt t="18045" x="7072313" y="2093913"/>
          <p14:tracePt t="18045" x="7081838" y="2093913"/>
          <p14:tracePt t="18057" x="7089775" y="2093913"/>
          <p14:tracePt t="18058" x="7175500" y="2093913"/>
          <p14:tracePt t="18060" x="7192963" y="2089150"/>
          <p14:tracePt t="18061" x="7202488" y="2089150"/>
          <p14:tracePt t="18074" x="7205663" y="2089150"/>
          <p14:tracePt t="18074" x="7286625" y="2071688"/>
          <p14:tracePt t="18075" x="7296150" y="2066925"/>
          <p14:tracePt t="18079" x="7318375" y="2058988"/>
          <p14:tracePt t="18079" x="7326313" y="2058988"/>
          <p14:tracePt t="18090" x="7331075" y="2058988"/>
          <p14:tracePt t="18091" x="7375525" y="2032000"/>
          <p14:tracePt t="18095" x="7394575" y="2017713"/>
          <p14:tracePt t="18095" x="7397750" y="2017713"/>
          <p14:tracePt t="18107" x="7402513" y="2012950"/>
          <p14:tracePt t="18108" x="7429500" y="1973263"/>
          <p14:tracePt t="18112" x="7434263" y="1965325"/>
          <p14:tracePt t="18112" x="7434263" y="1960563"/>
          <p14:tracePt t="18124" x="7429500" y="1924050"/>
          <p14:tracePt t="18128" x="7424738" y="1911350"/>
          <p14:tracePt t="18140" x="7419975" y="1906588"/>
          <p14:tracePt t="18141" x="7389813" y="1879600"/>
          <p14:tracePt t="18145" x="7370763" y="1870075"/>
          <p14:tracePt t="18157" x="7367588" y="1866900"/>
          <p14:tracePt t="18158" x="7313613" y="1847850"/>
          <p14:tracePt t="18162" x="7286625" y="1844675"/>
          <p14:tracePt t="18174" x="7277100" y="1844675"/>
          <p14:tracePt t="18174" x="7227888" y="1839913"/>
          <p14:tracePt t="18175" x="7224713" y="1839913"/>
          <p14:tracePt t="18178" x="7205663" y="1844675"/>
          <p14:tracePt t="18190" x="7202488" y="1844675"/>
          <p14:tracePt t="18191" x="7156450" y="1857375"/>
          <p14:tracePt t="18195" x="7148513" y="1862138"/>
          <p14:tracePt t="18195" x="7143750" y="1862138"/>
          <p14:tracePt t="18207" x="7138988" y="1866900"/>
          <p14:tracePt t="18209" x="7116763" y="1889125"/>
          <p14:tracePt t="18212" x="7112000" y="1901825"/>
          <p14:tracePt t="18224" x="7108825" y="1901825"/>
          <p14:tracePt t="18225" x="7104063" y="1924050"/>
          <p14:tracePt t="18225" x="7104063" y="1928813"/>
          <p14:tracePt t="18228" x="7099300" y="1938338"/>
          <p14:tracePt t="18241" x="7104063" y="1965325"/>
          <p14:tracePt t="18241" x="7104063" y="1968500"/>
          <p14:tracePt t="18244" x="7108825" y="1978025"/>
          <p14:tracePt t="18257" x="7112000" y="1982788"/>
          <p14:tracePt t="18258" x="7126288" y="1995488"/>
          <p14:tracePt t="18262" x="7131050" y="2000250"/>
          <p14:tracePt t="18274" x="7143750" y="2005013"/>
          <p14:tracePt t="18275" x="7148513" y="2005013"/>
          <p14:tracePt t="18278" x="7156450" y="2005013"/>
          <p14:tracePt t="18292" x="7175500" y="2009775"/>
          <p14:tracePt t="18296" x="7183438" y="2009775"/>
          <p14:tracePt t="18308" x="7205663" y="2005013"/>
          <p14:tracePt t="18313" x="7215188" y="2000250"/>
          <p14:tracePt t="18324" x="7224713" y="1990725"/>
          <p14:tracePt t="18325" x="7227888" y="1987550"/>
          <p14:tracePt t="18329" x="7227888" y="1982788"/>
          <p14:tracePt t="18330" x="7232650" y="1982788"/>
          <p14:tracePt t="18331" x="7232650" y="1978025"/>
          <p14:tracePt t="18341" x="7232650" y="1973263"/>
          <p14:tracePt t="18342" x="7237413" y="1960563"/>
          <p14:tracePt t="18345" x="7237413" y="1955800"/>
          <p14:tracePt t="18357" x="7237413" y="1951038"/>
          <p14:tracePt t="18358" x="7232650" y="1928813"/>
          <p14:tracePt t="18362" x="7227888" y="1916113"/>
          <p14:tracePt t="18374" x="7224713" y="1911350"/>
          <p14:tracePt t="18375" x="7210425" y="1889125"/>
          <p14:tracePt t="18375" x="7202488" y="1884363"/>
          <p14:tracePt t="18380" x="7183438" y="1870075"/>
          <p14:tracePt t="18391" x="7175500" y="1870075"/>
          <p14:tracePt t="18392" x="7134225" y="1857375"/>
          <p14:tracePt t="18396" x="7112000" y="1852613"/>
          <p14:tracePt t="18397" x="7108825" y="1852613"/>
          <p14:tracePt t="18398" x="7104063" y="1847850"/>
          <p14:tracePt t="18408" x="7094538" y="1847850"/>
          <p14:tracePt t="18409" x="7040563" y="1852613"/>
          <p14:tracePt t="18413" x="7018338" y="1857375"/>
          <p14:tracePt t="18414" x="7013575" y="1857375"/>
          <p14:tracePt t="18415" x="7005638" y="1857375"/>
          <p14:tracePt t="18416" x="7000875" y="1862138"/>
          <p14:tracePt t="18416" x="6996113" y="1862138"/>
          <p14:tracePt t="18424" x="6988175" y="1866900"/>
          <p14:tracePt t="18425" x="6951663" y="1874838"/>
          <p14:tracePt t="18426" x="6942138" y="1884363"/>
          <p14:tracePt t="18430" x="6919913" y="1897063"/>
          <p14:tracePt t="18441" x="6916738" y="1901825"/>
          <p14:tracePt t="18442" x="6889750" y="1933575"/>
          <p14:tracePt t="18446" x="6870700" y="1960563"/>
          <p14:tracePt t="18457" x="6870700" y="1965325"/>
          <p14:tracePt t="18458" x="6858000" y="2009775"/>
          <p14:tracePt t="18462" x="6858000" y="2032000"/>
          <p14:tracePt t="18475" x="6870700" y="2071688"/>
          <p14:tracePt t="18475" x="6870700" y="2076450"/>
          <p14:tracePt t="18479" x="6880225" y="2084388"/>
          <p14:tracePt t="18480" x="6880225" y="2089150"/>
          <p14:tracePt t="18481" x="6889750" y="2093913"/>
          <p14:tracePt t="18491" x="6889750" y="2098675"/>
          <p14:tracePt t="18492" x="6919913" y="2111375"/>
          <p14:tracePt t="18496" x="6942138" y="2120900"/>
          <p14:tracePt t="18497" x="6956425" y="2125663"/>
          <p14:tracePt t="18498" x="6961188" y="2130425"/>
          <p14:tracePt t="18498" x="6965950" y="2130425"/>
          <p14:tracePt t="18499" x="6969125" y="2133600"/>
          <p14:tracePt t="18508" x="7013575" y="2138363"/>
          <p14:tracePt t="18508" x="7027863" y="2143125"/>
          <p14:tracePt t="18513" x="7059613" y="2147888"/>
          <p14:tracePt t="18514" x="7067550" y="2147888"/>
          <p14:tracePt t="18515" x="7077075" y="2147888"/>
          <p14:tracePt t="18516" x="7081838" y="2147888"/>
          <p14:tracePt t="18516" x="7089775" y="2147888"/>
          <p14:tracePt t="18524" x="7094538" y="2147888"/>
          <p14:tracePt t="18525" x="7156450" y="2138363"/>
          <p14:tracePt t="18525" x="7161213" y="2138363"/>
          <p14:tracePt t="18529" x="7192963" y="2133600"/>
          <p14:tracePt t="18540" x="7202488" y="2133600"/>
          <p14:tracePt t="18541" x="7291388" y="2111375"/>
          <p14:tracePt t="18545" x="7323138" y="2098675"/>
          <p14:tracePt t="18557" x="7340600" y="2089150"/>
          <p14:tracePt t="18558" x="7389813" y="2066925"/>
          <p14:tracePt t="18562" x="7407275" y="2049463"/>
          <p14:tracePt t="18575" x="7424738" y="2027238"/>
          <p14:tracePt t="18575" x="7424738" y="2022475"/>
          <p14:tracePt t="18578" x="7429500" y="2012950"/>
          <p14:tracePt t="18590" x="7429500" y="2009775"/>
          <p14:tracePt t="18591" x="7419975" y="1968500"/>
          <p14:tracePt t="18592" x="7419975" y="1965325"/>
          <p14:tracePt t="18595" x="7416800" y="1946275"/>
          <p14:tracePt t="18607" x="7412038" y="1941513"/>
          <p14:tracePt t="18608" x="7362825" y="1874838"/>
          <p14:tracePt t="18612" x="7335838" y="1847850"/>
          <p14:tracePt t="18624" x="7326313" y="1844675"/>
          <p14:tracePt t="18625" x="7251700" y="1790700"/>
          <p14:tracePt t="18625" x="7242175" y="1785938"/>
          <p14:tracePt t="18630" x="7215188" y="1776413"/>
          <p14:tracePt t="18640" x="7210425" y="1776413"/>
          <p14:tracePt t="18641" x="7134225" y="1758950"/>
          <p14:tracePt t="18642" x="7126288" y="1758950"/>
          <p14:tracePt t="18645" x="7094538" y="1758950"/>
          <p14:tracePt t="18657" x="7089775" y="1758950"/>
          <p14:tracePt t="18658" x="7010400" y="1763713"/>
          <p14:tracePt t="18662" x="6983413" y="1773238"/>
          <p14:tracePt t="18674" x="6978650" y="1773238"/>
          <p14:tracePt t="18675" x="6907213" y="1803400"/>
          <p14:tracePt t="18675" x="6902450" y="1808163"/>
          <p14:tracePt t="18679" x="6875463" y="1830388"/>
          <p14:tracePt t="18691" x="6831013" y="1879600"/>
          <p14:tracePt t="18692" x="6831013" y="1884363"/>
          <p14:tracePt t="18696" x="6826250" y="1897063"/>
          <p14:tracePt t="18707" x="6823075" y="1901825"/>
          <p14:tracePt t="18708" x="6818313" y="1941513"/>
          <p14:tracePt t="18713" x="6823075" y="1955800"/>
          <p14:tracePt t="18714" x="6823075" y="1960563"/>
          <p14:tracePt t="18724" x="6823075" y="1965325"/>
          <p14:tracePt t="18725" x="6840538" y="1982788"/>
          <p14:tracePt t="18725" x="6845300" y="1987550"/>
          <p14:tracePt t="18729" x="6853238" y="1995488"/>
          <p14:tracePt t="18740" x="6862763" y="1995488"/>
          <p14:tracePt t="18741" x="6889750" y="2009775"/>
          <p14:tracePt t="18742" x="6894513" y="2009775"/>
          <p14:tracePt t="18745" x="6911975" y="2012950"/>
          <p14:tracePt t="18757" x="6916738" y="2012950"/>
          <p14:tracePt t="18758" x="6965950" y="2022475"/>
          <p14:tracePt t="18762" x="6983413" y="2022475"/>
          <p14:tracePt t="18763" x="6988175" y="2022475"/>
          <p14:tracePt t="18764" x="6991350" y="2022475"/>
          <p14:tracePt t="18764" x="6996113" y="2022475"/>
          <p14:tracePt t="18774" x="7000875" y="2022475"/>
          <p14:tracePt t="18775" x="7032625" y="2017713"/>
          <p14:tracePt t="18775" x="7040563" y="2017713"/>
          <p14:tracePt t="18779" x="7054850" y="2012950"/>
          <p14:tracePt t="18780" x="7059613" y="2012950"/>
          <p14:tracePt t="18781" x="7062788" y="2009775"/>
          <p14:tracePt t="18791" x="7067550" y="2009775"/>
          <p14:tracePt t="18791" x="7099300" y="2000250"/>
          <p14:tracePt t="18792" x="7104063" y="1995488"/>
          <p14:tracePt t="18796" x="7112000" y="1990725"/>
          <p14:tracePt t="18797" x="7116763" y="1987550"/>
          <p14:tracePt t="18807" x="7121525" y="1987550"/>
          <p14:tracePt t="18808" x="7138988" y="1968500"/>
          <p14:tracePt t="18808" x="7138988" y="1965325"/>
          <p14:tracePt t="18812" x="7143750" y="1960563"/>
          <p14:tracePt t="18824" x="7143750" y="1955800"/>
          <p14:tracePt t="18825" x="7143750" y="1938338"/>
          <p14:tracePt t="18828" x="7143750" y="1924050"/>
          <p14:tracePt t="18841" x="7126288" y="1893888"/>
          <p14:tracePt t="18845" x="7116763" y="1879600"/>
          <p14:tracePt t="18857" x="7112000" y="1879600"/>
          <p14:tracePt t="18858" x="7085013" y="1857375"/>
          <p14:tracePt t="18858" x="7081838" y="1857375"/>
          <p14:tracePt t="18862" x="7077075" y="1852613"/>
          <p14:tracePt t="18863" x="7072313" y="1852613"/>
          <p14:tracePt t="18864" x="7067550" y="1847850"/>
          <p14:tracePt t="18874" x="7045325" y="1847850"/>
          <p14:tracePt t="18875" x="7040563" y="1844675"/>
          <p14:tracePt t="18879" x="7037388" y="1844675"/>
          <p14:tracePt t="18880" x="7032625" y="1844675"/>
          <p14:tracePt t="18881" x="7027863" y="1844675"/>
          <p14:tracePt t="18891" x="7010400" y="1847850"/>
          <p14:tracePt t="18892" x="7005638" y="1847850"/>
          <p14:tracePt t="18898" x="7000875" y="1847850"/>
          <p14:tracePt t="18898" x="6996113" y="1852613"/>
          <p14:tracePt t="18908" x="6988175" y="1857375"/>
          <p14:tracePt t="18912" x="6983413" y="1862138"/>
          <p14:tracePt t="18924" x="6978650" y="1866900"/>
          <p14:tracePt t="18941" x="6973888" y="1866900"/>
          <p14:tracePt t="19047" x="6973888" y="1870075"/>
          <p14:tracePt t="19065" x="6973888" y="1874838"/>
          <p14:tracePt t="19067" x="6969125" y="1874838"/>
          <p14:tracePt t="19165" x="6965950" y="1874838"/>
          <p14:tracePt t="19172" x="6961188" y="1874838"/>
          <p14:tracePt t="19180" x="6956425" y="1874838"/>
          <p14:tracePt t="19183" x="6951663" y="1874838"/>
          <p14:tracePt t="19194" x="6942138" y="1874838"/>
          <p14:tracePt t="19194" x="6938963" y="1879600"/>
          <p14:tracePt t="19198" x="6934200" y="1879600"/>
          <p14:tracePt t="19201" x="6929438" y="1879600"/>
          <p14:tracePt t="19209" x="6924675" y="1879600"/>
          <p14:tracePt t="19352" x="6929438" y="1879600"/>
          <p14:tracePt t="19354" x="6929438" y="1874838"/>
          <p14:tracePt t="19370" x="6929438" y="1870075"/>
          <p14:tracePt t="19374" x="6934200" y="1866900"/>
          <p14:tracePt t="19390" x="6938963" y="1857375"/>
          <p14:tracePt t="19390" x="6938963" y="1852613"/>
          <p14:tracePt t="19394" x="6942138" y="1852613"/>
          <p14:tracePt t="19407" x="7005638" y="1866900"/>
          <p14:tracePt t="19408" x="7010400" y="1866900"/>
          <p14:tracePt t="19408" x="7018338" y="1870075"/>
          <p14:tracePt t="19412" x="7037388" y="1874838"/>
          <p14:tracePt t="19859" x="7032625" y="1874838"/>
          <p14:tracePt t="19862" x="7032625" y="1870075"/>
          <p14:tracePt t="19862" x="7032625" y="1866900"/>
          <p14:tracePt t="19864" x="7027863" y="1866900"/>
          <p14:tracePt t="19868" x="7027863" y="1857375"/>
          <p14:tracePt t="19870" x="7027863" y="1852613"/>
          <p14:tracePt t="19874" x="7027863" y="1847850"/>
          <p14:tracePt t="19878" x="7027863" y="1844675"/>
          <p14:tracePt t="19878" x="7032625" y="1839913"/>
          <p14:tracePt t="19879" x="7032625" y="1835150"/>
          <p14:tracePt t="19891" x="7040563" y="1817688"/>
          <p14:tracePt t="19906" x="7050088" y="1812925"/>
          <p14:tracePt t="19914" x="7054850" y="1812925"/>
          <p14:tracePt t="19928" x="7059613" y="1812925"/>
          <p14:tracePt t="19955" x="7062788" y="1812925"/>
          <p14:tracePt t="20171" x="7059613" y="1812925"/>
          <p14:tracePt t="20174" x="7062788" y="1812925"/>
          <p14:tracePt t="20185" x="7062788" y="1808163"/>
          <p14:tracePt t="20194" x="7067550" y="1803400"/>
          <p14:tracePt t="20210" x="7072313" y="1798638"/>
          <p14:tracePt t="20213" x="7072313" y="1795463"/>
          <p14:tracePt t="20227" x="7077075" y="1781175"/>
          <p14:tracePt t="20227" x="7077075" y="1776413"/>
          <p14:tracePt t="20231" x="7077075" y="1773238"/>
          <p14:tracePt t="20243" x="7072313" y="1746250"/>
          <p14:tracePt t="20244" x="7072313" y="1741488"/>
          <p14:tracePt t="20247" x="7067550" y="1731963"/>
          <p14:tracePt t="20261" x="7050088" y="1692275"/>
          <p14:tracePt t="20264" x="7040563" y="1682750"/>
          <p14:tracePt t="20277" x="7005638" y="1655763"/>
          <p14:tracePt t="20277" x="7000875" y="1652588"/>
          <p14:tracePt t="20280" x="6996113" y="1652588"/>
          <p14:tracePt t="20281" x="6991350" y="1647825"/>
          <p14:tracePt t="20281" x="6988175" y="1647825"/>
          <p14:tracePt t="20293" x="6983413" y="1643063"/>
          <p14:tracePt t="20294" x="6934200" y="1633538"/>
          <p14:tracePt t="20297" x="6919913" y="1633538"/>
          <p14:tracePt t="20310" x="6916738" y="1633538"/>
          <p14:tracePt t="20310" x="6880225" y="1643063"/>
          <p14:tracePt t="20311" x="6875463" y="1647825"/>
          <p14:tracePt t="20314" x="6870700" y="1652588"/>
          <p14:tracePt t="20315" x="6867525" y="1655763"/>
          <p14:tracePt t="20327" x="6845300" y="1679575"/>
          <p14:tracePt t="20327" x="6840538" y="1682750"/>
          <p14:tracePt t="20330" x="6840538" y="1687513"/>
          <p14:tracePt t="20331" x="6840538" y="1692275"/>
          <p14:tracePt t="20331" x="6835775" y="1692275"/>
          <p14:tracePt t="20343" x="6835775" y="1697038"/>
          <p14:tracePt t="20344" x="6823075" y="1736725"/>
          <p14:tracePt t="20344" x="6818313" y="1741488"/>
          <p14:tracePt t="20347" x="6818313" y="1746250"/>
          <p14:tracePt t="20348" x="6818313" y="1754188"/>
          <p14:tracePt t="20360" x="6813550" y="1798638"/>
          <p14:tracePt t="20361" x="6813550" y="1803400"/>
          <p14:tracePt t="20361" x="6813550" y="1808163"/>
          <p14:tracePt t="20364" x="6813550" y="1812925"/>
          <p14:tracePt t="20364" x="6813550" y="1817688"/>
          <p14:tracePt t="20377" x="6818313" y="1822450"/>
          <p14:tracePt t="20377" x="6826250" y="1870075"/>
          <p14:tracePt t="20377" x="6831013" y="1874838"/>
          <p14:tracePt t="20378" x="6831013" y="1879600"/>
          <p14:tracePt t="20382" x="6840538" y="1889125"/>
          <p14:tracePt t="20382" x="6840538" y="1893888"/>
          <p14:tracePt t="20393" x="6845300" y="1897063"/>
          <p14:tracePt t="20394" x="6870700" y="1933575"/>
          <p14:tracePt t="20394" x="6875463" y="1938338"/>
          <p14:tracePt t="20398" x="6880225" y="1941513"/>
          <p14:tracePt t="20398" x="6894513" y="1951038"/>
          <p14:tracePt t="20410" x="6897688" y="1955800"/>
          <p14:tracePt t="20411" x="6951663" y="1995488"/>
          <p14:tracePt t="20411" x="6961188" y="2000250"/>
          <p14:tracePt t="20415" x="6965950" y="2000250"/>
          <p14:tracePt t="20415" x="6988175" y="2009775"/>
          <p14:tracePt t="20416" x="6991350" y="2012950"/>
          <p14:tracePt t="20427" x="7062788" y="2036763"/>
          <p14:tracePt t="20427" x="7072313" y="2036763"/>
          <p14:tracePt t="20430" x="7081838" y="2039938"/>
          <p14:tracePt t="20431" x="7089775" y="2039938"/>
          <p14:tracePt t="20431" x="7099300" y="2039938"/>
          <p14:tracePt t="20444" x="7180263" y="2044700"/>
          <p14:tracePt t="20444" x="7183438" y="2044700"/>
          <p14:tracePt t="20447" x="7197725" y="2039938"/>
          <p14:tracePt t="20448" x="7210425" y="2039938"/>
          <p14:tracePt t="20448" x="7215188" y="2039938"/>
          <p14:tracePt t="20460" x="7219950" y="2036763"/>
          <p14:tracePt t="20461" x="7273925" y="2017713"/>
          <p14:tracePt t="20461" x="7281863" y="2017713"/>
          <p14:tracePt t="20464" x="7281863" y="2012950"/>
          <p14:tracePt t="20465" x="7291388" y="2009775"/>
          <p14:tracePt t="20465" x="7296150" y="2005013"/>
          <p14:tracePt t="20477" x="7323138" y="1978025"/>
          <p14:tracePt t="20478" x="7323138" y="1973263"/>
          <p14:tracePt t="20481" x="7323138" y="1968500"/>
          <p14:tracePt t="20481" x="7326313" y="1965325"/>
          <p14:tracePt t="20494" x="7331075" y="1928813"/>
          <p14:tracePt t="20495" x="7331075" y="1924050"/>
          <p14:tracePt t="20495" x="7331075" y="1919288"/>
          <p14:tracePt t="20498" x="7331075" y="1916113"/>
          <p14:tracePt t="20498" x="7326313" y="1911350"/>
          <p14:tracePt t="20510" x="7326313" y="1901825"/>
          <p14:tracePt t="20511" x="7304088" y="1852613"/>
          <p14:tracePt t="20511" x="7299325" y="1844675"/>
          <p14:tracePt t="20515" x="7296150" y="1844675"/>
          <p14:tracePt t="20515" x="7291388" y="1825625"/>
          <p14:tracePt t="20527" x="7286625" y="1822450"/>
          <p14:tracePt t="20527" x="7237413" y="1773238"/>
          <p14:tracePt t="20530" x="7227888" y="1768475"/>
          <p14:tracePt t="20531" x="7224713" y="1763713"/>
          <p14:tracePt t="20531" x="7219950" y="1754188"/>
          <p14:tracePt t="20543" x="7210425" y="1754188"/>
          <p14:tracePt t="20544" x="7131050" y="1719263"/>
          <p14:tracePt t="20544" x="7126288" y="1714500"/>
          <p14:tracePt t="20548" x="7116763" y="1714500"/>
          <p14:tracePt t="20548" x="7094538" y="1709738"/>
          <p14:tracePt t="20560" x="7089775" y="1709738"/>
          <p14:tracePt t="20561" x="6983413" y="1704975"/>
          <p14:tracePt t="20561" x="6969125" y="1704975"/>
          <p14:tracePt t="20564" x="6961188" y="1704975"/>
          <p14:tracePt t="20564" x="6938963" y="1704975"/>
          <p14:tracePt t="20577" x="6924675" y="1704975"/>
          <p14:tracePt t="20577" x="6799263" y="1731963"/>
          <p14:tracePt t="20580" x="6786563" y="1731963"/>
          <p14:tracePt t="20580" x="6751638" y="1746250"/>
          <p14:tracePt t="20581" x="6742113" y="1751013"/>
          <p14:tracePt t="20594" x="6616700" y="1812925"/>
          <p14:tracePt t="20594" x="6608763" y="1817688"/>
          <p14:tracePt t="20598" x="6599238" y="1825625"/>
          <p14:tracePt t="20599" x="6572250" y="1844675"/>
          <p14:tracePt t="20610" x="6567488" y="1847850"/>
          <p14:tracePt t="20611" x="6488113" y="1924050"/>
          <p14:tracePt t="20611" x="6483350" y="1928813"/>
          <p14:tracePt t="20614" x="6473825" y="1933575"/>
          <p14:tracePt t="20615" x="6469063" y="1946275"/>
          <p14:tracePt t="20615" x="6461125" y="1955800"/>
          <p14:tracePt t="20627" x="6461125" y="1960563"/>
          <p14:tracePt t="20627" x="6419850" y="2036763"/>
          <p14:tracePt t="20631" x="6416675" y="2044700"/>
          <p14:tracePt t="20631" x="6411913" y="2054225"/>
          <p14:tracePt t="20632" x="6411913" y="2058988"/>
          <p14:tracePt t="20632" x="6411913" y="2076450"/>
          <p14:tracePt t="20633" x="6407150" y="2081213"/>
          <p14:tracePt t="20644" x="6407150" y="2130425"/>
          <p14:tracePt t="20644" x="6407150" y="2133600"/>
          <p14:tracePt t="20647" x="6407150" y="2138363"/>
          <p14:tracePt t="20647" x="6411913" y="2143125"/>
          <p14:tracePt t="20648" x="6411913" y="2147888"/>
          <p14:tracePt t="20660" x="6416675" y="2152650"/>
          <p14:tracePt t="20661" x="6438900" y="2174875"/>
          <p14:tracePt t="20661" x="6438900" y="2179638"/>
          <p14:tracePt t="20664" x="6446838" y="2179638"/>
          <p14:tracePt t="20665" x="6451600" y="2182813"/>
          <p14:tracePt t="20677" x="6456363" y="2182813"/>
          <p14:tracePt t="20678" x="6505575" y="2192338"/>
          <p14:tracePt t="20681" x="6510338" y="2192338"/>
          <p14:tracePt t="20681" x="6523038" y="2192338"/>
          <p14:tracePt t="20693" x="6532563" y="2192338"/>
          <p14:tracePt t="20694" x="6599238" y="2182813"/>
          <p14:tracePt t="20697" x="6608763" y="2182813"/>
          <p14:tracePt t="20697" x="6621463" y="2179638"/>
          <p14:tracePt t="20711" x="6626225" y="2179638"/>
          <p14:tracePt t="20711" x="6715125" y="2147888"/>
          <p14:tracePt t="20714" x="6719888" y="2147888"/>
          <p14:tracePt t="20715" x="6732588" y="2138363"/>
          <p14:tracePt t="20715" x="6737350" y="2138363"/>
          <p14:tracePt t="20725" x="6742113" y="2133600"/>
          <p14:tracePt t="20725" x="6813550" y="2089150"/>
          <p14:tracePt t="20729" x="6818313" y="2089150"/>
          <p14:tracePt t="20729" x="6831013" y="2081213"/>
          <p14:tracePt t="20730" x="6845300" y="2062163"/>
          <p14:tracePt t="20741" x="6858000" y="2054225"/>
          <p14:tracePt t="20742" x="6894513" y="2009775"/>
          <p14:tracePt t="20746" x="6902450" y="1995488"/>
          <p14:tracePt t="20747" x="6907213" y="1987550"/>
          <p14:tracePt t="20749" x="6911975" y="1978025"/>
          <p14:tracePt t="20758" x="6919913" y="1941513"/>
          <p14:tracePt t="20758" x="6919913" y="1938338"/>
          <p14:tracePt t="20762" x="6924675" y="1928813"/>
          <p14:tracePt t="20762" x="6924675" y="1924050"/>
          <p14:tracePt t="20775" x="6919913" y="1893888"/>
          <p14:tracePt t="20775" x="6919913" y="1889125"/>
          <p14:tracePt t="20779" x="6919913" y="1884363"/>
          <p14:tracePt t="20781" x="6919913" y="1879600"/>
          <p14:tracePt t="20791" x="6916738" y="1879600"/>
          <p14:tracePt t="20792" x="6907213" y="1866900"/>
          <p14:tracePt t="20796" x="6902450" y="1862138"/>
          <p14:tracePt t="20808" x="6880225" y="1847850"/>
          <p14:tracePt t="20812" x="6880225" y="1844675"/>
          <p14:tracePt t="20812" x="6875463" y="1844675"/>
          <p14:tracePt t="20824" x="6870700" y="1844675"/>
          <p14:tracePt t="20825" x="6853238" y="1835150"/>
          <p14:tracePt t="20829" x="6848475" y="1830388"/>
          <p14:tracePt t="20830" x="6845300" y="1830388"/>
          <p14:tracePt t="20841" x="6826250" y="1830388"/>
          <p14:tracePt t="20845" x="6823075" y="1830388"/>
          <p14:tracePt t="20858" x="6808788" y="1825625"/>
          <p14:tracePt t="20859" x="6804025" y="1825625"/>
          <p14:tracePt t="20875" x="6799263" y="1825625"/>
          <p14:tracePt t="21455" x="6796088" y="1825625"/>
          <p14:tracePt t="21463" x="6796088" y="1830388"/>
          <p14:tracePt t="21467" x="6791325" y="1830388"/>
          <p14:tracePt t="21472" x="6791325" y="1835150"/>
          <p14:tracePt t="21478" x="6786563" y="1835150"/>
          <p14:tracePt t="21504" x="6781800" y="1839913"/>
          <p14:tracePt t="21692" x="6777038" y="1839913"/>
          <p14:tracePt t="21698" x="6773863" y="1839913"/>
          <p14:tracePt t="21701" x="6773863" y="1844675"/>
          <p14:tracePt t="21709" x="6769100" y="1844675"/>
          <p14:tracePt t="21712" x="6764338" y="1844675"/>
          <p14:tracePt t="21724" x="6751638" y="1844675"/>
          <p14:tracePt t="21726" x="6746875" y="1844675"/>
          <p14:tracePt t="21741" x="6727825" y="1844675"/>
          <p14:tracePt t="21742" x="6724650" y="1844675"/>
          <p14:tracePt t="21758" x="6719888" y="1844675"/>
          <p14:tracePt t="21758" x="6692900" y="1847850"/>
          <p14:tracePt t="21759" x="6688138" y="1847850"/>
          <p14:tracePt t="21763" x="6680200" y="1847850"/>
          <p14:tracePt t="21763" x="6675438" y="1847850"/>
          <p14:tracePt t="21775" x="6643688" y="1847850"/>
          <p14:tracePt t="21775" x="6638925" y="1847850"/>
          <p14:tracePt t="21776" x="6634163" y="1847850"/>
          <p14:tracePt t="21778" x="6630988" y="1847850"/>
          <p14:tracePt t="21791" x="6621463" y="1847850"/>
          <p14:tracePt t="21792" x="6584950" y="1847850"/>
          <p14:tracePt t="21792" x="6581775" y="1847850"/>
          <p14:tracePt t="21795" x="6581775" y="1852613"/>
          <p14:tracePt t="21795" x="6572250" y="1852613"/>
          <p14:tracePt t="21808" x="6523038" y="1862138"/>
          <p14:tracePt t="21811" x="6513513" y="1862138"/>
          <p14:tracePt t="21824" x="6510338" y="1862138"/>
          <p14:tracePt t="21825" x="6469063" y="1870075"/>
          <p14:tracePt t="21825" x="6465888" y="1870075"/>
          <p14:tracePt t="21829" x="6456363" y="1874838"/>
          <p14:tracePt t="21829" x="6451600" y="1874838"/>
          <p14:tracePt t="21841" x="6407150" y="1884363"/>
          <p14:tracePt t="21842" x="6397625" y="1889125"/>
          <p14:tracePt t="21842" x="6389688" y="1889125"/>
          <p14:tracePt t="21845" x="6380163" y="1893888"/>
          <p14:tracePt t="21858" x="6375400" y="1893888"/>
          <p14:tracePt t="21858" x="6313488" y="1906588"/>
          <p14:tracePt t="21861" x="6308725" y="1911350"/>
          <p14:tracePt t="21862" x="6291263" y="1911350"/>
          <p14:tracePt t="21862" x="6286500" y="1911350"/>
          <p14:tracePt t="21874" x="6281738" y="1911350"/>
          <p14:tracePt t="21875" x="6224588" y="1928813"/>
          <p14:tracePt t="21875" x="6219825" y="1928813"/>
          <p14:tracePt t="21876" x="6210300" y="1928813"/>
          <p14:tracePt t="21879" x="6202363" y="1928813"/>
          <p14:tracePt t="21879" x="6197600" y="1933575"/>
          <p14:tracePt t="21892" x="6138863" y="1941513"/>
          <p14:tracePt t="21892" x="6130925" y="1946275"/>
          <p14:tracePt t="21895" x="6121400" y="1946275"/>
          <p14:tracePt t="21896" x="6108700" y="1946275"/>
          <p14:tracePt t="21896" x="6103938" y="1946275"/>
          <p14:tracePt t="21908" x="6045200" y="1955800"/>
          <p14:tracePt t="21908" x="6037263" y="1955800"/>
          <p14:tracePt t="21911" x="6032500" y="1960563"/>
          <p14:tracePt t="21911" x="6018213" y="1960563"/>
          <p14:tracePt t="21912" x="6005513" y="1965325"/>
          <p14:tracePt t="21925" x="5929313" y="1968500"/>
          <p14:tracePt t="21925" x="5911850" y="1968500"/>
          <p14:tracePt t="21926" x="5907088" y="1973263"/>
          <p14:tracePt t="21926" x="5902325" y="1973263"/>
          <p14:tracePt t="21929" x="5897563" y="1973263"/>
          <p14:tracePt t="21929" x="5884863" y="1973263"/>
          <p14:tracePt t="21941" x="5840413" y="1978025"/>
          <p14:tracePt t="21942" x="5830888" y="1978025"/>
          <p14:tracePt t="21942" x="5826125" y="1978025"/>
          <p14:tracePt t="21945" x="5822950" y="1978025"/>
          <p14:tracePt t="21945" x="5813425" y="1978025"/>
          <p14:tracePt t="21958" x="5808663" y="1982788"/>
          <p14:tracePt t="21958" x="5776913" y="1982788"/>
          <p14:tracePt t="21959" x="5773738" y="1982788"/>
          <p14:tracePt t="21962" x="5768975" y="1982788"/>
          <p14:tracePt t="21974" x="5764213" y="1982788"/>
          <p14:tracePt t="21975" x="5751513" y="1982788"/>
          <p14:tracePt t="22036" x="5746750" y="1982788"/>
          <p14:tracePt t="22049" x="5741988" y="1982788"/>
          <p14:tracePt t="22054" x="5737225" y="1982788"/>
          <p14:tracePt t="22065" x="5727700" y="1982788"/>
          <p14:tracePt t="22067" x="5724525" y="1982788"/>
          <p14:tracePt t="22076" x="5710238" y="1987550"/>
          <p14:tracePt t="22079" x="5702300" y="1987550"/>
          <p14:tracePt t="22091" x="5697538" y="1987550"/>
          <p14:tracePt t="22092" x="5661025" y="1990725"/>
          <p14:tracePt t="22092" x="5656263" y="1990725"/>
          <p14:tracePt t="22095" x="5653088" y="1990725"/>
          <p14:tracePt t="22095" x="5648325" y="1990725"/>
          <p14:tracePt t="22096" x="5643563" y="1990725"/>
          <p14:tracePt t="22108" x="5584825" y="2000250"/>
          <p14:tracePt t="22109" x="5581650" y="2005013"/>
          <p14:tracePt t="22109" x="5572125" y="2005013"/>
          <p14:tracePt t="22112" x="5562600" y="2005013"/>
          <p14:tracePt t="22112" x="5554663" y="2005013"/>
          <p14:tracePt t="22124" x="5545138" y="2005013"/>
          <p14:tracePt t="22125" x="5465763" y="2022475"/>
          <p14:tracePt t="22125" x="5456238" y="2022475"/>
          <p14:tracePt t="22128" x="5446713" y="2022475"/>
          <p14:tracePt t="22129" x="5434013" y="2027238"/>
          <p14:tracePt t="22129" x="5424488" y="2032000"/>
          <p14:tracePt t="22141" x="5330825" y="2044700"/>
          <p14:tracePt t="22144" x="5326063" y="2049463"/>
          <p14:tracePt t="22145" x="5313363" y="2054225"/>
          <p14:tracePt t="22145" x="5303838" y="2054225"/>
          <p14:tracePt t="22158" x="5295900" y="2054225"/>
          <p14:tracePt t="22158" x="5219700" y="2066925"/>
          <p14:tracePt t="22162" x="5210175" y="2071688"/>
          <p14:tracePt t="22162" x="5197475" y="2071688"/>
          <p14:tracePt t="22174" x="5192713" y="2071688"/>
          <p14:tracePt t="22175" x="5143500" y="2081213"/>
          <p14:tracePt t="22178" x="5133975" y="2084388"/>
          <p14:tracePt t="22191" x="5130800" y="2084388"/>
          <p14:tracePt t="22192" x="5103813" y="2089150"/>
          <p14:tracePt t="22195" x="5103813" y="2093913"/>
          <p14:tracePt t="22210" x="5094288" y="2093913"/>
          <p14:tracePt t="22210" x="5089525" y="2093913"/>
          <p14:tracePt t="22224" x="5089525" y="2098675"/>
          <p14:tracePt t="22239" x="5084763" y="2098675"/>
          <p14:tracePt t="22258" x="5084763" y="2103438"/>
          <p14:tracePt t="22258" x="5076825" y="2108200"/>
          <p14:tracePt t="22262" x="5072063" y="2108200"/>
          <p14:tracePt t="22275" x="5062538" y="2116138"/>
          <p14:tracePt t="22278" x="5062538" y="2120900"/>
          <p14:tracePt t="22291" x="5059363" y="2130425"/>
          <p14:tracePt t="22309" x="5054600" y="2138363"/>
          <p14:tracePt t="22312" x="5054600" y="2143125"/>
          <p14:tracePt t="22325" x="5054600" y="2160588"/>
          <p14:tracePt t="22325" x="5059363" y="2160588"/>
          <p14:tracePt t="22328" x="5059363" y="2165350"/>
          <p14:tracePt t="22342" x="5059363" y="2192338"/>
          <p14:tracePt t="22342" x="5059363" y="2197100"/>
          <p14:tracePt t="22343" x="5059363" y="2201863"/>
          <p14:tracePt t="22345" x="5059363" y="2205038"/>
          <p14:tracePt t="22358" x="5054600" y="2232025"/>
          <p14:tracePt t="22362" x="5054600" y="2236788"/>
          <p14:tracePt t="22362" x="5054600" y="2241550"/>
          <p14:tracePt t="22375" x="5040313" y="2263775"/>
          <p14:tracePt t="22379" x="5037138" y="2273300"/>
          <p14:tracePt t="22391" x="5022850" y="2286000"/>
          <p14:tracePt t="22395" x="5018088" y="2290763"/>
          <p14:tracePt t="22408" x="5013325" y="2295525"/>
          <p14:tracePt t="22409" x="4995863" y="2303463"/>
          <p14:tracePt t="22412" x="4991100" y="2308225"/>
          <p14:tracePt t="22424" x="4987925" y="2308225"/>
          <p14:tracePt t="22425" x="4978400" y="2312988"/>
          <p14:tracePt t="22441" x="4973638" y="2312988"/>
          <p14:tracePt t="22506" x="4968875" y="2312988"/>
          <p14:tracePt t="22512" x="4965700" y="2312988"/>
          <p14:tracePt t="22525" x="4956175" y="2312988"/>
          <p14:tracePt t="22525" x="4951413" y="2312988"/>
          <p14:tracePt t="22528" x="4946650" y="2312988"/>
          <p14:tracePt t="22542" x="4933950" y="2308225"/>
          <p14:tracePt t="22542" x="4929188" y="2308225"/>
          <p14:tracePt t="22545" x="4924425" y="2308225"/>
          <p14:tracePt t="22558" x="4919663" y="2308225"/>
          <p14:tracePt t="22836" x="4924425" y="2308225"/>
          <p14:tracePt t="22838" x="4929188" y="2308225"/>
          <p14:tracePt t="22839" x="4933950" y="2308225"/>
          <p14:tracePt t="22839" x="4938713" y="2308225"/>
          <p14:tracePt t="22853" x="4965700" y="2308225"/>
          <p14:tracePt t="22854" x="5022850" y="2303463"/>
          <p14:tracePt t="22854" x="5027613" y="2303463"/>
          <p14:tracePt t="22856" x="5032375" y="2303463"/>
          <p14:tracePt t="22857" x="5037138" y="2303463"/>
          <p14:tracePt t="22857" x="5040313" y="2303463"/>
          <p14:tracePt t="22865" x="5045075" y="2303463"/>
          <p14:tracePt t="22866" x="5072063" y="2298700"/>
          <p14:tracePt t="22866" x="5076825" y="2298700"/>
          <p14:tracePt t="22873" x="5081588" y="2298700"/>
          <p14:tracePt t="22874" x="5103813" y="2298700"/>
          <p14:tracePt t="22875" x="5103813" y="2295525"/>
          <p14:tracePt t="22879" x="5116513" y="2295525"/>
          <p14:tracePt t="22879" x="5121275" y="2295525"/>
          <p14:tracePt t="22891" x="5138738" y="2290763"/>
          <p14:tracePt t="22895" x="5138738" y="2286000"/>
          <p14:tracePt t="22907" x="5138738" y="2276475"/>
          <p14:tracePt t="22911" x="5138738" y="2273300"/>
          <p14:tracePt t="22924" x="5133975" y="2263775"/>
          <p14:tracePt t="22928" x="5130800" y="2263775"/>
          <p14:tracePt t="22941" x="5116513" y="2259013"/>
          <p14:tracePt t="22941" x="5111750" y="2259013"/>
          <p14:tracePt t="22944" x="5108575" y="2254250"/>
          <p14:tracePt t="22957" x="5103813" y="2254250"/>
          <p14:tracePt t="22958" x="5072063" y="2251075"/>
          <p14:tracePt t="22961" x="5049838" y="2246313"/>
          <p14:tracePt t="22974" x="5013325" y="2236788"/>
          <p14:tracePt t="22974" x="5005388" y="2236788"/>
          <p14:tracePt t="22978" x="4995863" y="2236788"/>
          <p14:tracePt t="22978" x="4991100" y="2236788"/>
          <p14:tracePt t="22990" x="4987925" y="2232025"/>
          <p14:tracePt t="22991" x="4951413" y="2227263"/>
          <p14:tracePt t="22995" x="4938713" y="2227263"/>
          <p14:tracePt t="23007" x="4906963" y="2224088"/>
          <p14:tracePt t="23011" x="4897438" y="2219325"/>
          <p14:tracePt t="23011" x="4889500" y="2219325"/>
          <p14:tracePt t="23023" x="4884738" y="2219325"/>
          <p14:tracePt t="23024" x="4852988" y="2214563"/>
          <p14:tracePt t="23028" x="4845050" y="2214563"/>
          <p14:tracePt t="23028" x="4840288" y="2214563"/>
          <p14:tracePt t="23040" x="4803775" y="2209800"/>
          <p14:tracePt t="23044" x="4791075" y="2209800"/>
          <p14:tracePt t="23057" x="4786313" y="2209800"/>
          <p14:tracePt t="23058" x="4724400" y="2201863"/>
          <p14:tracePt t="23061" x="4697413" y="2197100"/>
          <p14:tracePt t="23073" x="4692650" y="2197100"/>
          <p14:tracePt t="23074" x="4616450" y="2192338"/>
          <p14:tracePt t="23075" x="4611688" y="2187575"/>
          <p14:tracePt t="23078" x="4584700" y="2187575"/>
          <p14:tracePt t="23090" x="4572000" y="2187575"/>
          <p14:tracePt t="23091" x="4505325" y="2182813"/>
          <p14:tracePt t="23092" x="4500563" y="2182813"/>
          <p14:tracePt t="23095" x="4465638" y="2182813"/>
          <p14:tracePt t="23107" x="4384675" y="2179638"/>
          <p14:tracePt t="23108" x="4379913" y="2179638"/>
          <p14:tracePt t="23111" x="4357688" y="2179638"/>
          <p14:tracePt t="23111" x="4348163" y="2179638"/>
          <p14:tracePt t="23124" x="4340225" y="2179638"/>
          <p14:tracePt t="23125" x="4241800" y="2179638"/>
          <p14:tracePt t="23128" x="4219575" y="2179638"/>
          <p14:tracePt t="23128" x="4210050" y="2179638"/>
          <p14:tracePt t="23140" x="4202113" y="2179638"/>
          <p14:tracePt t="23141" x="4130675" y="2179638"/>
          <p14:tracePt t="23144" x="4103688" y="2179638"/>
          <p14:tracePt t="23157" x="4098925" y="2179638"/>
          <p14:tracePt t="23158" x="4049713" y="2179638"/>
          <p14:tracePt t="23161" x="4037013" y="2179638"/>
          <p14:tracePt t="23162" x="4032250" y="2179638"/>
          <p14:tracePt t="23174" x="4005263" y="2179638"/>
          <p14:tracePt t="23175" x="4000500" y="2179638"/>
          <p14:tracePt t="23178" x="3995738" y="2179638"/>
          <p14:tracePt t="23190" x="3973513" y="2179638"/>
          <p14:tracePt t="23191" x="3973513" y="2182813"/>
          <p14:tracePt t="23194" x="3965575" y="2182813"/>
          <p14:tracePt t="23208" x="3946525" y="2187575"/>
          <p14:tracePt t="23212" x="3933825" y="2187575"/>
          <p14:tracePt t="23224" x="3911600" y="2197100"/>
          <p14:tracePt t="23225" x="3906838" y="2197100"/>
          <p14:tracePt t="23228" x="3897313" y="2201863"/>
          <p14:tracePt t="23240" x="3894138" y="2201863"/>
          <p14:tracePt t="23241" x="3857625" y="2214563"/>
          <p14:tracePt t="23241" x="3852863" y="2214563"/>
          <p14:tracePt t="23245" x="3844925" y="2224088"/>
          <p14:tracePt t="23245" x="3840163" y="2224088"/>
          <p14:tracePt t="23257" x="3835400" y="2224088"/>
          <p14:tracePt t="23258" x="3798888" y="2251075"/>
          <p14:tracePt t="23261" x="3781425" y="2263775"/>
          <p14:tracePt t="23274" x="3741738" y="2298700"/>
          <p14:tracePt t="23275" x="3732213" y="2303463"/>
          <p14:tracePt t="23278" x="3719513" y="2322513"/>
          <p14:tracePt t="23290" x="3709988" y="2330450"/>
          <p14:tracePt t="23291" x="3652838" y="2397125"/>
          <p14:tracePt t="23295" x="3625850" y="2433638"/>
          <p14:tracePt t="23308" x="3527425" y="2549525"/>
          <p14:tracePt t="23311" x="3490913" y="2593975"/>
          <p14:tracePt t="23323" x="3478213" y="2608263"/>
          <p14:tracePt t="23324" x="3344863" y="2751138"/>
          <p14:tracePt t="23328" x="3303588" y="2790825"/>
          <p14:tracePt t="23340" x="3192463" y="2894013"/>
          <p14:tracePt t="23341" x="3182938" y="2897188"/>
          <p14:tracePt t="23345" x="3160713" y="2916238"/>
          <p14:tracePt t="23345" x="3155950" y="2919413"/>
          <p14:tracePt t="23357" x="3148013" y="2924175"/>
          <p14:tracePt t="23358" x="3108325" y="2946400"/>
          <p14:tracePt t="23362" x="3098800" y="2946400"/>
          <p14:tracePt t="23379" x="3098800" y="2941638"/>
          <p14:tracePt t="23391" x="3111500" y="2928938"/>
          <p14:tracePt t="23391" x="3111500" y="2924175"/>
          <p14:tracePt t="23395" x="3125788" y="2911475"/>
          <p14:tracePt t="23395" x="3130550" y="2901950"/>
          <p14:tracePt t="23407" x="3133725" y="2901950"/>
          <p14:tracePt t="23408" x="3179763" y="2852738"/>
          <p14:tracePt t="23412" x="3201988" y="2825750"/>
          <p14:tracePt t="23424" x="3205163" y="2822575"/>
          <p14:tracePt t="23425" x="3286125" y="2736850"/>
          <p14:tracePt t="23428" x="3313113" y="2705100"/>
          <p14:tracePt t="23440" x="3322638" y="2697163"/>
          <p14:tracePt t="23441" x="3411538" y="2603500"/>
          <p14:tracePt t="23442" x="3419475" y="2593975"/>
          <p14:tracePt t="23446" x="3455988" y="2559050"/>
          <p14:tracePt t="23457" x="3460750" y="2554288"/>
          <p14:tracePt t="23458" x="3567113" y="2460625"/>
          <p14:tracePt t="23462" x="3594100" y="2438400"/>
          <p14:tracePt t="23462" x="3603625" y="2433638"/>
          <p14:tracePt t="23474" x="3608388" y="2428875"/>
          <p14:tracePt t="23475" x="3670300" y="2393950"/>
          <p14:tracePt t="23478" x="3692525" y="2379663"/>
          <p14:tracePt t="23490" x="3697288" y="2379663"/>
          <p14:tracePt t="23491" x="3746500" y="2366963"/>
          <p14:tracePt t="23495" x="3754438" y="2362200"/>
          <p14:tracePt t="23507" x="3759200" y="2362200"/>
          <p14:tracePt t="23508" x="3790950" y="2362200"/>
          <p14:tracePt t="23511" x="3798888" y="2362200"/>
          <p14:tracePt t="23524" x="3813175" y="2362200"/>
          <p14:tracePt t="23525" x="3817938" y="2362200"/>
          <p14:tracePt t="23528" x="3822700" y="2362200"/>
          <p14:tracePt t="23541" x="3840163" y="2366963"/>
          <p14:tracePt t="23545" x="3844925" y="2366963"/>
          <p14:tracePt t="23545" x="3848100" y="2366963"/>
          <p14:tracePt t="23558" x="3870325" y="2374900"/>
          <p14:tracePt t="23562" x="3879850" y="2379663"/>
          <p14:tracePt t="23562" x="3884613" y="2379663"/>
          <p14:tracePt t="23574" x="3924300" y="2397125"/>
          <p14:tracePt t="23575" x="3929063" y="2397125"/>
          <p14:tracePt t="23578" x="3946525" y="2406650"/>
          <p14:tracePt t="23590" x="3951288" y="2406650"/>
          <p14:tracePt t="23591" x="4022725" y="2438400"/>
          <p14:tracePt t="23592" x="4032250" y="2441575"/>
          <p14:tracePt t="23595" x="4062413" y="2455863"/>
          <p14:tracePt t="23607" x="4067175" y="2455863"/>
          <p14:tracePt t="23608" x="4152900" y="2490788"/>
          <p14:tracePt t="23611" x="4197350" y="2500313"/>
          <p14:tracePt t="23624" x="4202113" y="2505075"/>
          <p14:tracePt t="23624" x="4276725" y="2527300"/>
          <p14:tracePt t="23628" x="4298950" y="2536825"/>
          <p14:tracePt t="23640" x="4303713" y="2540000"/>
          <p14:tracePt t="23641" x="4340225" y="2554288"/>
          <p14:tracePt t="23642" x="4348163" y="2554288"/>
          <p14:tracePt t="23645" x="4352925" y="2559050"/>
          <p14:tracePt t="23657" x="4357688" y="2559050"/>
          <p14:tracePt t="23658" x="4375150" y="2566988"/>
          <p14:tracePt t="23661" x="4379913" y="2566988"/>
          <p14:tracePt t="23674" x="4379913" y="2571750"/>
          <p14:tracePt t="23674" x="4384675" y="2571750"/>
          <p14:tracePt t="23707" x="4389438" y="2571750"/>
          <p14:tracePt t="23716" x="4394200" y="2571750"/>
          <p14:tracePt t="23726" x="4402138" y="2571750"/>
          <p14:tracePt t="23729" x="4406900" y="2571750"/>
          <p14:tracePt t="23742" x="4429125" y="2571750"/>
          <p14:tracePt t="23743" x="4433888" y="2571750"/>
          <p14:tracePt t="23747" x="4438650" y="2571750"/>
          <p14:tracePt t="23759" x="4441825" y="2571750"/>
          <p14:tracePt t="23759" x="4456113" y="2571750"/>
          <p14:tracePt t="23775" x="4460875" y="2571750"/>
          <p14:tracePt t="23822" x="4460875" y="2576513"/>
          <p14:tracePt t="23830" x="4456113" y="2576513"/>
          <p14:tracePt t="23840" x="4451350" y="2576513"/>
          <p14:tracePt t="23844" x="4451350" y="2581275"/>
          <p14:tracePt t="24098" x="4446588" y="2581275"/>
          <p14:tracePt t="24115" x="4446588" y="2584450"/>
          <p14:tracePt t="24117" x="4441825" y="2584450"/>
          <p14:tracePt t="24134" x="4438650" y="2584450"/>
          <p14:tracePt t="24134" x="4438650" y="2589213"/>
          <p14:tracePt t="25475" x="4433888" y="2589213"/>
          <p14:tracePt t="25480" x="4429125" y="2589213"/>
          <p14:tracePt t="25480" x="4429125" y="2593975"/>
          <p14:tracePt t="25484" x="4424363" y="2593975"/>
          <p14:tracePt t="25487" x="4419600" y="2593975"/>
          <p14:tracePt t="25490" x="4416425" y="2598738"/>
          <p14:tracePt t="25497" x="4406900" y="2603500"/>
          <p14:tracePt t="25498" x="4402138" y="2608263"/>
          <p14:tracePt t="25504" x="4397375" y="2611438"/>
          <p14:tracePt t="25530" x="4384675" y="2620963"/>
          <p14:tracePt t="26016" x="4384675" y="2625725"/>
          <p14:tracePt t="26022" x="4379913" y="2625725"/>
          <p14:tracePt t="26033" x="4379913" y="2638425"/>
          <p14:tracePt t="26033" x="4375150" y="2652713"/>
          <p14:tracePt t="26035" x="4375150" y="2655888"/>
          <p14:tracePt t="26036" x="4375150" y="2660650"/>
          <p14:tracePt t="26040" x="4375150" y="2670175"/>
          <p14:tracePt t="26048" x="4370388" y="2697163"/>
          <p14:tracePt t="26048" x="4370388" y="2709863"/>
          <p14:tracePt t="26057" x="4370388" y="2714625"/>
          <p14:tracePt t="26057" x="4367213" y="2759075"/>
          <p14:tracePt t="26061" x="4367213" y="2768600"/>
          <p14:tracePt t="26062" x="4367213" y="2803525"/>
          <p14:tracePt t="26062" x="4362450" y="2808288"/>
          <p14:tracePt t="26074" x="4348163" y="2916238"/>
          <p14:tracePt t="26078" x="4344988" y="2955925"/>
          <p14:tracePt t="26078" x="4344988" y="2978150"/>
          <p14:tracePt t="26090" x="4340225" y="2990850"/>
          <p14:tracePt t="26091" x="4322763" y="3098800"/>
          <p14:tracePt t="26094" x="4318000" y="3130550"/>
          <p14:tracePt t="26095" x="4313238" y="3152775"/>
          <p14:tracePt t="26095" x="4308475" y="3170238"/>
          <p14:tracePt t="26107" x="4308475" y="3179763"/>
          <p14:tracePt t="26108" x="4291013" y="3276600"/>
          <p14:tracePt t="26124" x="4273550" y="3384550"/>
          <p14:tracePt t="26128" x="4268788" y="3406775"/>
          <p14:tracePt t="26141" x="4264025" y="3429000"/>
          <p14:tracePt t="26144" x="4264025" y="3433763"/>
          <p14:tracePt t="26145" x="4264025" y="3438525"/>
          <p14:tracePt t="26157" x="4264025" y="3446463"/>
          <p14:tracePt t="26161" x="4259263" y="3446463"/>
          <p14:tracePt t="26174" x="4259263" y="3455988"/>
          <p14:tracePt t="26179" x="4259263" y="3460750"/>
          <p14:tracePt t="26191" x="4259263" y="3465513"/>
          <p14:tracePt t="26196" x="4259263" y="3468688"/>
          <p14:tracePt t="26208" x="4259263" y="3473450"/>
          <p14:tracePt t="26326" x="4254500" y="3473450"/>
          <p14:tracePt t="26328" x="4254500" y="3478213"/>
          <p14:tracePt t="26342" x="4241800" y="3487738"/>
          <p14:tracePt t="26346" x="4227513" y="3495675"/>
          <p14:tracePt t="26358" x="4192588" y="3513138"/>
          <p14:tracePt t="26359" x="4187825" y="3513138"/>
          <p14:tracePt t="26360" x="4175125" y="3522663"/>
          <p14:tracePt t="26363" x="4170363" y="3522663"/>
          <p14:tracePt t="26363" x="4165600" y="3522663"/>
          <p14:tracePt t="26374" x="4156075" y="3527425"/>
          <p14:tracePt t="26375" x="4108450" y="3540125"/>
          <p14:tracePt t="26376" x="4103688" y="3540125"/>
          <p14:tracePt t="26376" x="4098925" y="3540125"/>
          <p14:tracePt t="26379" x="4084638" y="3544888"/>
          <p14:tracePt t="26391" x="4081463" y="3544888"/>
          <p14:tracePt t="26392" x="4032250" y="3554413"/>
          <p14:tracePt t="26392" x="4027488" y="3554413"/>
          <p14:tracePt t="26395" x="4017963" y="3554413"/>
          <p14:tracePt t="26395" x="4013200" y="3554413"/>
          <p14:tracePt t="26408" x="4010025" y="3554413"/>
          <p14:tracePt t="26408" x="3968750" y="3554413"/>
          <p14:tracePt t="26409" x="3965575" y="3554413"/>
          <p14:tracePt t="26412" x="3956050" y="3549650"/>
          <p14:tracePt t="26424" x="3946525" y="3549650"/>
          <p14:tracePt t="26425" x="3941763" y="3549650"/>
          <p14:tracePt t="26493" x="3941763" y="3554413"/>
          <p14:tracePt t="26501" x="3941763" y="3559175"/>
          <p14:tracePt t="26511" x="3946525" y="3562350"/>
          <p14:tracePt t="26515" x="3951288" y="3571875"/>
          <p14:tracePt t="26515" x="3951288" y="3576638"/>
          <p14:tracePt t="26524" x="3951288" y="3581400"/>
          <p14:tracePt t="26525" x="3956050" y="3594100"/>
          <p14:tracePt t="26529" x="3960813" y="3611563"/>
          <p14:tracePt t="26541" x="3960813" y="3616325"/>
          <p14:tracePt t="26542" x="3973513" y="3675063"/>
          <p14:tracePt t="26542" x="3978275" y="3679825"/>
          <p14:tracePt t="26546" x="3978275" y="3683000"/>
          <p14:tracePt t="26546" x="3983038" y="3702050"/>
          <p14:tracePt t="26558" x="3990975" y="3751263"/>
          <p14:tracePt t="26561" x="3995738" y="3754438"/>
          <p14:tracePt t="26562" x="4000500" y="3763963"/>
          <p14:tracePt t="26562" x="4000500" y="3768725"/>
          <p14:tracePt t="26575" x="4010025" y="3813175"/>
          <p14:tracePt t="26575" x="4010025" y="3817938"/>
          <p14:tracePt t="26578" x="4013200" y="3822700"/>
          <p14:tracePt t="26579" x="4013200" y="3825875"/>
          <p14:tracePt t="26591" x="4022725" y="3852863"/>
          <p14:tracePt t="26592" x="4022725" y="3857625"/>
          <p14:tracePt t="26595" x="4027488" y="3862388"/>
          <p14:tracePt t="26608" x="4032250" y="3870325"/>
          <p14:tracePt t="27385" x="4027488" y="3870325"/>
          <p14:tracePt t="27413" x="4027488" y="3875088"/>
          <p14:tracePt t="27432" x="4027488" y="3879850"/>
          <p14:tracePt t="27448" x="4027488" y="3884613"/>
          <p14:tracePt t="27461" x="4027488" y="3889375"/>
          <p14:tracePt t="27470" x="4027488" y="3894138"/>
          <p14:tracePt t="27479" x="4027488" y="3897313"/>
          <p14:tracePt t="27481" x="4032250" y="3897313"/>
          <p14:tracePt t="27496" x="4032250" y="3911600"/>
          <p14:tracePt t="27499" x="4044950" y="3929063"/>
          <p14:tracePt t="27509" x="4059238" y="3956050"/>
          <p14:tracePt t="27509" x="4062413" y="3960813"/>
          <p14:tracePt t="27510" x="4062413" y="3965575"/>
          <p14:tracePt t="27510" x="4062413" y="3968750"/>
          <p14:tracePt t="27514" x="4067175" y="3973513"/>
          <p14:tracePt t="27514" x="4081463" y="3990975"/>
          <p14:tracePt t="27515" x="4081463" y="3995738"/>
          <p14:tracePt t="27525" x="4116388" y="4054475"/>
          <p14:tracePt t="27526" x="4121150" y="4059238"/>
          <p14:tracePt t="27526" x="4130675" y="4067175"/>
          <p14:tracePt t="27527" x="4133850" y="4076700"/>
          <p14:tracePt t="27530" x="4152900" y="4098925"/>
          <p14:tracePt t="27541" x="4152900" y="4103688"/>
          <p14:tracePt t="27542" x="4237038" y="4197350"/>
          <p14:tracePt t="27542" x="4241800" y="4205288"/>
          <p14:tracePt t="27543" x="4251325" y="4214813"/>
          <p14:tracePt t="27547" x="4254500" y="4224338"/>
          <p14:tracePt t="27547" x="4281488" y="4251325"/>
          <p14:tracePt t="27558" x="4367213" y="4335463"/>
          <p14:tracePt t="27559" x="4379913" y="4344988"/>
          <p14:tracePt t="27559" x="4389438" y="4348163"/>
          <p14:tracePt t="27563" x="4419600" y="4379913"/>
          <p14:tracePt t="27563" x="4446588" y="4397375"/>
          <p14:tracePt t="27575" x="4456113" y="4406900"/>
          <p14:tracePt t="27575" x="4567238" y="4487863"/>
          <p14:tracePt t="27579" x="4576763" y="4491038"/>
          <p14:tracePt t="27579" x="4608513" y="4510088"/>
          <p14:tracePt t="27591" x="4611688" y="4513263"/>
          <p14:tracePt t="27592" x="4737100" y="4572000"/>
          <p14:tracePt t="27592" x="4751388" y="4576763"/>
          <p14:tracePt t="27596" x="4759325" y="4581525"/>
          <p14:tracePt t="27596" x="4791075" y="4594225"/>
          <p14:tracePt t="27608" x="4897438" y="4630738"/>
          <p14:tracePt t="27609" x="4906963" y="4633913"/>
          <p14:tracePt t="27609" x="4916488" y="4633913"/>
          <p14:tracePt t="27612" x="4924425" y="4638675"/>
          <p14:tracePt t="27612" x="4938713" y="4643438"/>
          <p14:tracePt t="27613" x="4951413" y="4648200"/>
          <p14:tracePt t="27625" x="5032375" y="4665663"/>
          <p14:tracePt t="27625" x="5037138" y="4665663"/>
          <p14:tracePt t="27628" x="5040313" y="4670425"/>
          <p14:tracePt t="27628" x="5054600" y="4670425"/>
          <p14:tracePt t="27641" x="5059363" y="4675188"/>
          <p14:tracePt t="27642" x="5116513" y="4683125"/>
          <p14:tracePt t="27646" x="5126038" y="4683125"/>
          <p14:tracePt t="27646" x="5130800" y="4683125"/>
          <p14:tracePt t="27658" x="5148263" y="4683125"/>
          <p14:tracePt t="27661" x="5153025" y="4683125"/>
          <p14:tracePt t="27675" x="5153025" y="4679950"/>
          <p14:tracePt t="27694" x="5153025" y="4675188"/>
          <p14:tracePt t="27708" x="5153025" y="4670425"/>
          <p14:tracePt t="27713" x="5153025" y="4665663"/>
          <p14:tracePt t="27725" x="5156200" y="4665663"/>
          <p14:tracePt t="27793" x="5160963" y="4665663"/>
          <p14:tracePt t="27801" x="5160963" y="4660900"/>
          <p14:tracePt t="27811" x="5165725" y="4660900"/>
          <p14:tracePt t="27814" x="5170488" y="4660900"/>
          <p14:tracePt t="27827" x="5175250" y="4660900"/>
          <p14:tracePt t="27842" x="5175250" y="4656138"/>
          <p14:tracePt t="27871" x="5175250" y="4660900"/>
          <p14:tracePt t="27878" x="5170488" y="4660900"/>
          <p14:tracePt t="27879" x="5165725" y="4660900"/>
          <p14:tracePt t="27884" x="5160963" y="4660900"/>
          <p14:tracePt t="27892" x="5156200" y="4665663"/>
          <p14:tracePt t="27893" x="5153025" y="4665663"/>
          <p14:tracePt t="27893" x="5153025" y="4670425"/>
          <p14:tracePt t="27896" x="5148263" y="4670425"/>
          <p14:tracePt t="27908" x="5130800" y="4670425"/>
          <p14:tracePt t="27909" x="5126038" y="4665663"/>
          <p14:tracePt t="27912" x="5116513" y="4665663"/>
          <p14:tracePt t="27925" x="5103813" y="4665663"/>
          <p14:tracePt t="28242" x="5103813" y="4660900"/>
          <p14:tracePt t="28244" x="5108575" y="4660900"/>
          <p14:tracePt t="28246" x="5103813" y="4660900"/>
          <p14:tracePt t="28251" x="5103813" y="4656138"/>
          <p14:tracePt t="28261" x="5103813" y="4652963"/>
          <p14:tracePt t="28267" x="5103813" y="4648200"/>
          <p14:tracePt t="28288" x="5099050" y="4648200"/>
          <p14:tracePt t="28292" x="5089525" y="4643438"/>
          <p14:tracePt t="28300" x="5084763" y="4643438"/>
          <p14:tracePt t="28300" x="5089525" y="4643438"/>
          <p14:tracePt t="28307" x="5089525" y="4648200"/>
          <p14:tracePt t="28312" x="5094288" y="4652963"/>
          <p14:tracePt t="28324" x="5089525" y="4652963"/>
          <p14:tracePt t="28324" x="5089525" y="4660900"/>
          <p14:tracePt t="28328" x="5089525" y="4665663"/>
          <p14:tracePt t="28341" x="5089525" y="4670425"/>
          <p14:tracePt t="28344" x="5089525" y="4675188"/>
          <p14:tracePt t="28361" x="5089525" y="4679950"/>
          <p14:tracePt t="28375" x="5081588" y="4683125"/>
          <p14:tracePt t="28390" x="5076825" y="4687888"/>
          <p14:tracePt t="28391" x="5076825" y="4692650"/>
          <p14:tracePt t="28407" x="5072063" y="4697413"/>
          <p14:tracePt t="28413" x="5072063" y="4702175"/>
          <p14:tracePt t="28428" x="5067300" y="4702175"/>
          <p14:tracePt t="28440" x="5067300" y="4705350"/>
          <p14:tracePt t="28469" x="5067300" y="4710113"/>
          <p14:tracePt t="28477" x="5067300" y="4714875"/>
          <p14:tracePt t="28479" x="5062538" y="4714875"/>
          <p14:tracePt t="28492" x="5067300" y="4719638"/>
          <p14:tracePt t="28495" x="5067300" y="4714875"/>
          <p14:tracePt t="28495" x="5062538" y="4719638"/>
          <p14:tracePt t="28509" x="5062538" y="4724400"/>
          <p14:tracePt t="28509" x="5062538" y="4732338"/>
          <p14:tracePt t="28512" x="5062538" y="4737100"/>
          <p14:tracePt t="28526" x="5059363" y="4754563"/>
          <p14:tracePt t="28529" x="5059363" y="4764088"/>
          <p14:tracePt t="28543" x="5049838" y="4781550"/>
          <p14:tracePt t="28544" x="5049838" y="4786313"/>
          <p14:tracePt t="28547" x="5049838" y="4791075"/>
          <p14:tracePt t="28559" x="5045075" y="4808538"/>
          <p14:tracePt t="28559" x="5045075" y="4813300"/>
          <p14:tracePt t="28563" x="5040313" y="4818063"/>
          <p14:tracePt t="28576" x="5040313" y="4830763"/>
          <p14:tracePt t="28579" x="5040313" y="4835525"/>
          <p14:tracePt t="28592" x="5040313" y="4845050"/>
          <p14:tracePt t="28596" x="5040313" y="4848225"/>
          <p14:tracePt t="28609" x="5045075" y="4852988"/>
          <p14:tracePt t="28626" x="5045075" y="4857750"/>
          <p14:tracePt t="28676" x="5045075" y="4862513"/>
          <p14:tracePt t="28683" x="5045075" y="4867275"/>
          <p14:tracePt t="28692" x="5045075" y="4870450"/>
          <p14:tracePt t="28695" x="5045075" y="4875213"/>
          <p14:tracePt t="28710" x="5045075" y="4889500"/>
          <p14:tracePt t="28713" x="5045075" y="4894263"/>
          <p14:tracePt t="28726" x="5045075" y="4902200"/>
          <p14:tracePt t="28727" x="5045075" y="4906963"/>
          <p14:tracePt t="28743" x="5045075" y="4916488"/>
          <p14:tracePt t="28759" x="5045075" y="4924425"/>
          <p14:tracePt t="28776" x="5049838" y="4933950"/>
          <p14:tracePt t="28792" x="5049838" y="4938713"/>
          <p14:tracePt t="28793" x="5049838" y="4941888"/>
          <p14:tracePt t="28796" x="5049838" y="4946650"/>
          <p14:tracePt t="28810" x="5049838" y="4960938"/>
          <p14:tracePt t="28813" x="5049838" y="4965700"/>
          <p14:tracePt t="28827" x="5054600" y="4983163"/>
          <p14:tracePt t="28830" x="5054600" y="4987925"/>
          <p14:tracePt t="28830" x="5054600" y="4991100"/>
          <p14:tracePt t="28843" x="5054600" y="5000625"/>
          <p14:tracePt t="28846" x="5054600" y="5005388"/>
          <p14:tracePt t="28846" x="5054600" y="5010150"/>
          <p14:tracePt t="28859" x="5054600" y="5013325"/>
          <p14:tracePt t="28863" x="5054600" y="5018088"/>
          <p14:tracePt t="28877" x="5049838" y="5018088"/>
          <p14:tracePt t="28880" x="5049838" y="5022850"/>
          <p14:tracePt t="28948" x="5045075" y="5022850"/>
          <p14:tracePt t="28950" x="5045075" y="5027613"/>
          <p14:tracePt t="28962" x="5045075" y="5032375"/>
          <p14:tracePt t="28976" x="5040313" y="5037138"/>
          <p14:tracePt t="28980" x="5037138" y="5037138"/>
          <p14:tracePt t="28993" x="5037138" y="5040313"/>
          <p14:tracePt t="29009" x="5032375" y="5040313"/>
          <p14:tracePt t="29095" x="5032375" y="5045075"/>
          <p14:tracePt t="29100" x="5027613" y="5045075"/>
          <p14:tracePt t="29111" x="5022850" y="5045075"/>
          <p14:tracePt t="29113" x="5022850" y="5049838"/>
          <p14:tracePt t="29126" x="5022850" y="5054600"/>
          <p14:tracePt t="29231" x="5022850" y="5059363"/>
          <p14:tracePt t="29245" x="5022850" y="5067300"/>
          <p14:tracePt t="29260" x="5022850" y="5081588"/>
          <p14:tracePt t="29263" x="5022850" y="5084763"/>
          <p14:tracePt t="29276" x="5022850" y="5103813"/>
          <p14:tracePt t="29279" x="5022850" y="5108575"/>
          <p14:tracePt t="29293" x="5018088" y="5126038"/>
          <p14:tracePt t="29296" x="5013325" y="5130800"/>
          <p14:tracePt t="29310" x="5010150" y="5138738"/>
          <p14:tracePt t="29326" x="5005388" y="5138738"/>
          <p14:tracePt t="29343" x="5000625" y="5138738"/>
          <p14:tracePt t="29516" x="4995863" y="5138738"/>
          <p14:tracePt t="29531" x="4991100" y="5138738"/>
          <p14:tracePt t="29577" x="4987925" y="5138738"/>
          <p14:tracePt t="29605" x="4983163" y="5138738"/>
          <p14:tracePt t="29628" x="4978400" y="5138738"/>
          <p14:tracePt t="29646" x="4973638" y="5138738"/>
          <p14:tracePt t="29661" x="4968875" y="5138738"/>
          <p14:tracePt t="29780" x="4965700" y="5138738"/>
          <p14:tracePt t="29812" x="4960938" y="5138738"/>
          <p14:tracePt t="29824" x="4956175" y="5138738"/>
          <p14:tracePt t="29847" x="4951413" y="5138738"/>
          <p14:tracePt t="29907" x="4946650" y="5138738"/>
          <p14:tracePt t="29944" x="4941888" y="5138738"/>
          <p14:tracePt t="30037" x="4941888" y="5133975"/>
          <p14:tracePt t="30054" x="4941888" y="5130800"/>
          <p14:tracePt t="30054" x="4946650" y="5103813"/>
          <p14:tracePt t="30056" x="4946650" y="5099050"/>
          <p14:tracePt t="30056" x="4946650" y="5094288"/>
          <p14:tracePt t="30069" x="4946650" y="5084763"/>
          <p14:tracePt t="30069" x="4946650" y="5032375"/>
          <p14:tracePt t="30070" x="4946650" y="5022850"/>
          <p14:tracePt t="30071" x="4946650" y="5018088"/>
          <p14:tracePt t="30072" x="4946650" y="5010150"/>
          <p14:tracePt t="30084" x="4946650" y="4991100"/>
          <p14:tracePt t="30084" x="4946650" y="4938713"/>
          <p14:tracePt t="30086" x="4941888" y="4929188"/>
          <p14:tracePt t="30087" x="4941888" y="4924425"/>
          <p14:tracePt t="30087" x="4941888" y="4916488"/>
          <p14:tracePt t="30090" x="4941888" y="4911725"/>
          <p14:tracePt t="30091" x="4941888" y="4906963"/>
          <p14:tracePt t="30094" x="4933950" y="4879975"/>
          <p14:tracePt t="30107" x="4919663" y="4799013"/>
          <p14:tracePt t="30108" x="4919663" y="4791075"/>
          <p14:tracePt t="30108" x="4916488" y="4786313"/>
          <p14:tracePt t="30109" x="4916488" y="4781550"/>
          <p14:tracePt t="30112" x="4911725" y="4764088"/>
          <p14:tracePt t="30124" x="4894263" y="4710113"/>
          <p14:tracePt t="30125" x="4889500" y="4697413"/>
          <p14:tracePt t="30125" x="4889500" y="4692650"/>
          <p14:tracePt t="30128" x="4889500" y="4687888"/>
          <p14:tracePt t="30129" x="4884738" y="4679950"/>
          <p14:tracePt t="30129" x="4884738" y="4670425"/>
          <p14:tracePt t="30140" x="4884738" y="4665663"/>
          <p14:tracePt t="30141" x="4870450" y="4621213"/>
          <p14:tracePt t="30144" x="4867275" y="4608513"/>
          <p14:tracePt t="30158" x="4852988" y="4572000"/>
          <p14:tracePt t="30161" x="4848225" y="4562475"/>
          <p14:tracePt t="30175" x="4845050" y="4549775"/>
          <p14:tracePt t="30178" x="4840288" y="4545013"/>
          <p14:tracePt t="30243" x="4840288" y="4540250"/>
          <p14:tracePt t="30257" x="4840288" y="4537075"/>
          <p14:tracePt t="30264" x="4835525" y="4537075"/>
          <p14:tracePt t="30266" x="4835525" y="4532313"/>
          <p14:tracePt t="30274" x="4835525" y="4527550"/>
          <p14:tracePt t="30275" x="4830763" y="4527550"/>
          <p14:tracePt t="30290" x="4822825" y="4513263"/>
          <p14:tracePt t="30294" x="4822825" y="4510088"/>
          <p14:tracePt t="30307" x="4818063" y="4510088"/>
          <p14:tracePt t="30308" x="4808538" y="4495800"/>
          <p14:tracePt t="30311" x="4803775" y="4487863"/>
          <p14:tracePt t="30324" x="4799013" y="4487863"/>
          <p14:tracePt t="30325" x="4781550" y="4465638"/>
          <p14:tracePt t="30327" x="4776788" y="4465638"/>
          <p14:tracePt t="30328" x="4773613" y="4460875"/>
          <p14:tracePt t="30340" x="4773613" y="4456113"/>
          <p14:tracePt t="30341" x="4746625" y="4429125"/>
          <p14:tracePt t="30342" x="4741863" y="4424363"/>
          <p14:tracePt t="30345" x="4732338" y="4416425"/>
          <p14:tracePt t="30357" x="4727575" y="4411663"/>
          <p14:tracePt t="30358" x="4697413" y="4379913"/>
          <p14:tracePt t="30359" x="4687888" y="4375150"/>
          <p14:tracePt t="30362" x="4683125" y="4367213"/>
          <p14:tracePt t="30374" x="4675188" y="4367213"/>
          <p14:tracePt t="30375" x="4648200" y="4340225"/>
          <p14:tracePt t="30378" x="4638675" y="4335463"/>
          <p14:tracePt t="30391" x="4611688" y="4322763"/>
          <p14:tracePt t="30391" x="4611688" y="4318000"/>
          <p14:tracePt t="30395" x="4608513" y="4318000"/>
          <p14:tracePt t="30407" x="4598988" y="4313238"/>
          <p14:tracePt t="30633" x="4598988" y="4308475"/>
          <p14:tracePt t="30642" x="4598988" y="4303713"/>
          <p14:tracePt t="30659" x="4598988" y="4298950"/>
          <p14:tracePt t="30659" x="4603750" y="4298950"/>
          <p14:tracePt t="30663" x="4603750" y="4295775"/>
          <p14:tracePt t="30679" x="4603750" y="4291013"/>
          <p14:tracePt t="30691" x="4603750" y="4286250"/>
          <p14:tracePt t="30707" x="4603750" y="4281488"/>
          <p14:tracePt t="30708" x="4603750" y="4276725"/>
          <p14:tracePt t="30724" x="4603750" y="4268788"/>
          <p14:tracePt t="30725" x="4603750" y="4264025"/>
          <p14:tracePt t="30741" x="4603750" y="4254500"/>
          <p14:tracePt t="30748" x="4603750" y="4251325"/>
          <p14:tracePt t="30758" x="4598988" y="4246563"/>
          <p14:tracePt t="30762" x="4594225" y="4246563"/>
          <p14:tracePt t="30774" x="4589463" y="4237038"/>
          <p14:tracePt t="30778" x="4581525" y="4227513"/>
          <p14:tracePt t="30791" x="4567238" y="4219575"/>
          <p14:tracePt t="30795" x="4562475" y="4205288"/>
          <p14:tracePt t="30807" x="4559300" y="4205288"/>
          <p14:tracePt t="30808" x="4549775" y="4187825"/>
          <p14:tracePt t="30812" x="4540250" y="4175125"/>
          <p14:tracePt t="30825" x="4532313" y="4160838"/>
          <p14:tracePt t="30828" x="4522788" y="4152900"/>
          <p14:tracePt t="30840" x="4522788" y="4148138"/>
          <p14:tracePt t="30841" x="4513263" y="4138613"/>
          <p14:tracePt t="30845" x="4510088" y="4130675"/>
          <p14:tracePt t="30857" x="4505325" y="4125913"/>
          <p14:tracePt t="30861" x="4505325" y="4121150"/>
        </p14:tracePtLst>
      </p14:laserTraceLst>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7C2CF7AA-BEB4-6CE1-0517-10109EBB57EC}"/>
              </a:ext>
            </a:extLst>
          </p:cNvPr>
          <p:cNvSpPr>
            <a:spLocks noGrp="1"/>
          </p:cNvSpPr>
          <p:nvPr>
            <p:ph type="title"/>
          </p:nvPr>
        </p:nvSpPr>
        <p:spPr>
          <a:xfrm>
            <a:off x="754375" y="281175"/>
            <a:ext cx="8229600" cy="857250"/>
          </a:xfrm>
        </p:spPr>
        <p:txBody>
          <a:bodyPr anchor="ctr">
            <a:normAutofit/>
          </a:bodyPr>
          <a:lstStyle/>
          <a:p>
            <a:pPr algn="r"/>
            <a:r>
              <a:rPr lang="en-US" sz="3600" dirty="0">
                <a:solidFill>
                  <a:schemeClr val="accent6">
                    <a:lumMod val="60000"/>
                    <a:lumOff val="40000"/>
                  </a:schemeClr>
                </a:solidFill>
                <a:effectLst>
                  <a:outerShdw blurRad="50800" dist="38100" dir="2700000" algn="tl" rotWithShape="0">
                    <a:prstClr val="black">
                      <a:alpha val="40000"/>
                    </a:prstClr>
                  </a:outerShdw>
                </a:effectLst>
                <a:latin typeface="BM JUA OTF" panose="02020603020101020101" pitchFamily="18" charset="-127"/>
                <a:ea typeface="BM JUA OTF" panose="02020603020101020101" pitchFamily="18" charset="-127"/>
              </a:rPr>
              <a:t>Background &amp; Problem</a:t>
            </a:r>
          </a:p>
        </p:txBody>
      </p:sp>
      <p:sp>
        <p:nvSpPr>
          <p:cNvPr id="11" name="Freeform 10">
            <a:extLst>
              <a:ext uri="{FF2B5EF4-FFF2-40B4-BE49-F238E27FC236}">
                <a16:creationId xmlns:a16="http://schemas.microsoft.com/office/drawing/2014/main" id="{6A518F2E-C149-FB5E-958E-789B7EE9717D}"/>
              </a:ext>
            </a:extLst>
          </p:cNvPr>
          <p:cNvSpPr/>
          <p:nvPr/>
        </p:nvSpPr>
        <p:spPr>
          <a:xfrm>
            <a:off x="2850850" y="1936452"/>
            <a:ext cx="573286" cy="331910"/>
          </a:xfrm>
          <a:custGeom>
            <a:avLst/>
            <a:gdLst>
              <a:gd name="connsiteX0" fmla="*/ 517160 w 517160"/>
              <a:gd name="connsiteY0" fmla="*/ 187377 h 190440"/>
              <a:gd name="connsiteX1" fmla="*/ 217357 w 517160"/>
              <a:gd name="connsiteY1" fmla="*/ 164891 h 190440"/>
              <a:gd name="connsiteX2" fmla="*/ 0 w 517160"/>
              <a:gd name="connsiteY2" fmla="*/ 0 h 190440"/>
              <a:gd name="connsiteX3" fmla="*/ 0 w 517160"/>
              <a:gd name="connsiteY3" fmla="*/ 0 h 190440"/>
            </a:gdLst>
            <a:ahLst/>
            <a:cxnLst>
              <a:cxn ang="0">
                <a:pos x="connsiteX0" y="connsiteY0"/>
              </a:cxn>
              <a:cxn ang="0">
                <a:pos x="connsiteX1" y="connsiteY1"/>
              </a:cxn>
              <a:cxn ang="0">
                <a:pos x="connsiteX2" y="connsiteY2"/>
              </a:cxn>
              <a:cxn ang="0">
                <a:pos x="connsiteX3" y="connsiteY3"/>
              </a:cxn>
            </a:cxnLst>
            <a:rect l="l" t="t" r="r" b="b"/>
            <a:pathLst>
              <a:path w="517160" h="190440">
                <a:moveTo>
                  <a:pt x="517160" y="187377"/>
                </a:moveTo>
                <a:cubicBezTo>
                  <a:pt x="410355" y="191748"/>
                  <a:pt x="303550" y="196120"/>
                  <a:pt x="217357" y="164891"/>
                </a:cubicBezTo>
                <a:cubicBezTo>
                  <a:pt x="131164" y="133662"/>
                  <a:pt x="0" y="0"/>
                  <a:pt x="0" y="0"/>
                </a:cubicBezTo>
                <a:lnTo>
                  <a:pt x="0" y="0"/>
                </a:lnTo>
              </a:path>
            </a:pathLst>
          </a:custGeom>
          <a:noFill/>
          <a:ln cmpd="sng">
            <a:solidFill>
              <a:schemeClr val="accent6">
                <a:lumMod val="75000"/>
              </a:schemeClr>
            </a:solidFill>
            <a:prstDash val="dash"/>
            <a:tailEnd type="arrow"/>
            <a:extLst>
              <a:ext uri="{C807C97D-BFC1-408E-A445-0C87EB9F89A2}">
                <ask:lineSketchStyleProps xmlns:ask="http://schemas.microsoft.com/office/drawing/2018/sketchyshapes" sd="1219033472">
                  <a:custGeom>
                    <a:avLst/>
                    <a:gdLst>
                      <a:gd name="connsiteX0" fmla="*/ 517160 w 517160"/>
                      <a:gd name="connsiteY0" fmla="*/ 187377 h 190440"/>
                      <a:gd name="connsiteX1" fmla="*/ 217357 w 517160"/>
                      <a:gd name="connsiteY1" fmla="*/ 164891 h 190440"/>
                      <a:gd name="connsiteX2" fmla="*/ 0 w 517160"/>
                      <a:gd name="connsiteY2" fmla="*/ 0 h 190440"/>
                      <a:gd name="connsiteX3" fmla="*/ 0 w 517160"/>
                      <a:gd name="connsiteY3" fmla="*/ 0 h 190440"/>
                    </a:gdLst>
                    <a:ahLst/>
                    <a:cxnLst>
                      <a:cxn ang="0">
                        <a:pos x="connsiteX0" y="connsiteY0"/>
                      </a:cxn>
                      <a:cxn ang="0">
                        <a:pos x="connsiteX1" y="connsiteY1"/>
                      </a:cxn>
                      <a:cxn ang="0">
                        <a:pos x="connsiteX2" y="connsiteY2"/>
                      </a:cxn>
                      <a:cxn ang="0">
                        <a:pos x="connsiteX3" y="connsiteY3"/>
                      </a:cxn>
                    </a:cxnLst>
                    <a:rect l="l" t="t" r="r" b="b"/>
                    <a:pathLst>
                      <a:path w="517160" h="190440" extrusionOk="0">
                        <a:moveTo>
                          <a:pt x="517160" y="187377"/>
                        </a:moveTo>
                        <a:cubicBezTo>
                          <a:pt x="391816" y="180313"/>
                          <a:pt x="281965" y="204221"/>
                          <a:pt x="217357" y="164891"/>
                        </a:cubicBezTo>
                        <a:cubicBezTo>
                          <a:pt x="131165" y="133662"/>
                          <a:pt x="-1" y="0"/>
                          <a:pt x="0" y="0"/>
                        </a:cubicBezTo>
                        <a:lnTo>
                          <a:pt x="0" y="0"/>
                        </a:lnTo>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3" name="Freeform 12">
            <a:extLst>
              <a:ext uri="{FF2B5EF4-FFF2-40B4-BE49-F238E27FC236}">
                <a16:creationId xmlns:a16="http://schemas.microsoft.com/office/drawing/2014/main" id="{5D71FAF0-B6FA-0EC0-2CCF-1CB485ED8274}"/>
              </a:ext>
            </a:extLst>
          </p:cNvPr>
          <p:cNvSpPr/>
          <p:nvPr/>
        </p:nvSpPr>
        <p:spPr>
          <a:xfrm>
            <a:off x="5951096" y="2595061"/>
            <a:ext cx="607102" cy="404734"/>
          </a:xfrm>
          <a:custGeom>
            <a:avLst/>
            <a:gdLst>
              <a:gd name="connsiteX0" fmla="*/ 0 w 607102"/>
              <a:gd name="connsiteY0" fmla="*/ 0 h 404734"/>
              <a:gd name="connsiteX1" fmla="*/ 412230 w 607102"/>
              <a:gd name="connsiteY1" fmla="*/ 119921 h 404734"/>
              <a:gd name="connsiteX2" fmla="*/ 607102 w 607102"/>
              <a:gd name="connsiteY2" fmla="*/ 404734 h 404734"/>
            </a:gdLst>
            <a:ahLst/>
            <a:cxnLst>
              <a:cxn ang="0">
                <a:pos x="connsiteX0" y="connsiteY0"/>
              </a:cxn>
              <a:cxn ang="0">
                <a:pos x="connsiteX1" y="connsiteY1"/>
              </a:cxn>
              <a:cxn ang="0">
                <a:pos x="connsiteX2" y="connsiteY2"/>
              </a:cxn>
            </a:cxnLst>
            <a:rect l="l" t="t" r="r" b="b"/>
            <a:pathLst>
              <a:path w="607102" h="404734">
                <a:moveTo>
                  <a:pt x="0" y="0"/>
                </a:moveTo>
                <a:cubicBezTo>
                  <a:pt x="155523" y="26232"/>
                  <a:pt x="311046" y="52465"/>
                  <a:pt x="412230" y="119921"/>
                </a:cubicBezTo>
                <a:cubicBezTo>
                  <a:pt x="513414" y="187377"/>
                  <a:pt x="560258" y="296055"/>
                  <a:pt x="607102" y="404734"/>
                </a:cubicBezTo>
              </a:path>
            </a:pathLst>
          </a:custGeom>
          <a:noFill/>
          <a:ln>
            <a:solidFill>
              <a:schemeClr val="accent6">
                <a:lumMod val="75000"/>
              </a:schemeClr>
            </a:solidFill>
            <a:prstDash val="dash"/>
            <a:tailEnd type="stealt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pic>
        <p:nvPicPr>
          <p:cNvPr id="17" name="Graphic 16" descr="Good Idea with solid fill">
            <a:extLst>
              <a:ext uri="{FF2B5EF4-FFF2-40B4-BE49-F238E27FC236}">
                <a16:creationId xmlns:a16="http://schemas.microsoft.com/office/drawing/2014/main" id="{C66E27DB-5659-075E-0214-03517050FA04}"/>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2101123" y="3502177"/>
            <a:ext cx="1499454" cy="1499454"/>
          </a:xfrm>
          <a:prstGeom prst="rect">
            <a:avLst/>
          </a:prstGeom>
        </p:spPr>
      </p:pic>
      <p:pic>
        <p:nvPicPr>
          <p:cNvPr id="19" name="Graphic 18" descr="Thumbs up sign with solid fill">
            <a:extLst>
              <a:ext uri="{FF2B5EF4-FFF2-40B4-BE49-F238E27FC236}">
                <a16:creationId xmlns:a16="http://schemas.microsoft.com/office/drawing/2014/main" id="{6361BBD5-1D9A-A13B-415F-655E8C5CCFC4}"/>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773169" y="1488426"/>
            <a:ext cx="472113" cy="472113"/>
          </a:xfrm>
          <a:prstGeom prst="rect">
            <a:avLst/>
          </a:prstGeom>
        </p:spPr>
      </p:pic>
      <p:pic>
        <p:nvPicPr>
          <p:cNvPr id="21" name="Graphic 20" descr="Thumbs Down with solid fill">
            <a:extLst>
              <a:ext uri="{FF2B5EF4-FFF2-40B4-BE49-F238E27FC236}">
                <a16:creationId xmlns:a16="http://schemas.microsoft.com/office/drawing/2014/main" id="{8B525D8C-2FE2-D72F-5DBB-4B29E6C01778}"/>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7320690" y="3092795"/>
            <a:ext cx="472113" cy="472113"/>
          </a:xfrm>
          <a:prstGeom prst="rect">
            <a:avLst/>
          </a:prstGeom>
        </p:spPr>
      </p:pic>
      <p:sp>
        <p:nvSpPr>
          <p:cNvPr id="23" name="TextBox 22">
            <a:extLst>
              <a:ext uri="{FF2B5EF4-FFF2-40B4-BE49-F238E27FC236}">
                <a16:creationId xmlns:a16="http://schemas.microsoft.com/office/drawing/2014/main" id="{7E8DAAFF-20F4-AE00-2153-66A87EF65E1E}"/>
              </a:ext>
            </a:extLst>
          </p:cNvPr>
          <p:cNvSpPr txBox="1"/>
          <p:nvPr/>
        </p:nvSpPr>
        <p:spPr>
          <a:xfrm>
            <a:off x="2289767" y="1586440"/>
            <a:ext cx="1610229" cy="376785"/>
          </a:xfrm>
          <a:prstGeom prst="rect">
            <a:avLst/>
          </a:prstGeom>
          <a:noFill/>
        </p:spPr>
        <p:txBody>
          <a:bodyPr wrap="square" rtlCol="0">
            <a:spAutoFit/>
          </a:bodyPr>
          <a:lstStyle/>
          <a:p>
            <a:r>
              <a:rPr lang="en-CN" b="1" dirty="0">
                <a:solidFill>
                  <a:schemeClr val="accent6">
                    <a:lumMod val="75000"/>
                  </a:schemeClr>
                </a:solidFill>
                <a:latin typeface=""/>
              </a:rPr>
              <a:t>Popular</a:t>
            </a:r>
          </a:p>
        </p:txBody>
      </p:sp>
      <p:sp>
        <p:nvSpPr>
          <p:cNvPr id="24" name="TextBox 23">
            <a:extLst>
              <a:ext uri="{FF2B5EF4-FFF2-40B4-BE49-F238E27FC236}">
                <a16:creationId xmlns:a16="http://schemas.microsoft.com/office/drawing/2014/main" id="{6232B4C9-D9F0-1501-F967-7E3DBC73BE15}"/>
              </a:ext>
            </a:extLst>
          </p:cNvPr>
          <p:cNvSpPr txBox="1"/>
          <p:nvPr/>
        </p:nvSpPr>
        <p:spPr>
          <a:xfrm>
            <a:off x="6024337" y="3054417"/>
            <a:ext cx="1610229" cy="376785"/>
          </a:xfrm>
          <a:prstGeom prst="rect">
            <a:avLst/>
          </a:prstGeom>
          <a:noFill/>
        </p:spPr>
        <p:txBody>
          <a:bodyPr wrap="square" rtlCol="0">
            <a:spAutoFit/>
          </a:bodyPr>
          <a:lstStyle/>
          <a:p>
            <a:r>
              <a:rPr lang="en-CN" b="1" dirty="0">
                <a:solidFill>
                  <a:schemeClr val="accent6">
                    <a:lumMod val="75000"/>
                  </a:schemeClr>
                </a:solidFill>
                <a:latin typeface=""/>
              </a:rPr>
              <a:t>Unpopular</a:t>
            </a:r>
          </a:p>
        </p:txBody>
      </p:sp>
      <p:pic>
        <p:nvPicPr>
          <p:cNvPr id="28" name="Graphic 27" descr="Thought bubble outline">
            <a:extLst>
              <a:ext uri="{FF2B5EF4-FFF2-40B4-BE49-F238E27FC236}">
                <a16:creationId xmlns:a16="http://schemas.microsoft.com/office/drawing/2014/main" id="{E1699404-03C1-43C1-E530-C934CE2EAB4A}"/>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2899392" y="1542268"/>
            <a:ext cx="3306723" cy="2753531"/>
          </a:xfrm>
          <a:prstGeom prst="rect">
            <a:avLst/>
          </a:prstGeom>
        </p:spPr>
      </p:pic>
      <p:sp>
        <p:nvSpPr>
          <p:cNvPr id="77" name="TextBox 76">
            <a:extLst>
              <a:ext uri="{FF2B5EF4-FFF2-40B4-BE49-F238E27FC236}">
                <a16:creationId xmlns:a16="http://schemas.microsoft.com/office/drawing/2014/main" id="{7D6A85DA-A1D0-9485-F466-E5CCD778072C}"/>
              </a:ext>
            </a:extLst>
          </p:cNvPr>
          <p:cNvSpPr txBox="1"/>
          <p:nvPr/>
        </p:nvSpPr>
        <p:spPr>
          <a:xfrm>
            <a:off x="3799189" y="2103058"/>
            <a:ext cx="1545621" cy="1077218"/>
          </a:xfrm>
          <a:prstGeom prst="rect">
            <a:avLst/>
          </a:prstGeom>
          <a:noFill/>
        </p:spPr>
        <p:txBody>
          <a:bodyPr wrap="square" rtlCol="0">
            <a:spAutoFit/>
          </a:bodyPr>
          <a:lstStyle/>
          <a:p>
            <a:pPr algn="ctr"/>
            <a:r>
              <a:rPr lang="en-CN" sz="3200" dirty="0">
                <a:solidFill>
                  <a:schemeClr val="accent6">
                    <a:lumMod val="75000"/>
                  </a:schemeClr>
                </a:solidFill>
                <a:latin typeface="Modern Love" pitchFamily="82" charset="0"/>
              </a:rPr>
              <a:t>New</a:t>
            </a:r>
          </a:p>
          <a:p>
            <a:pPr algn="ctr"/>
            <a:r>
              <a:rPr lang="en-CN" sz="3200" dirty="0">
                <a:solidFill>
                  <a:schemeClr val="accent6">
                    <a:lumMod val="75000"/>
                  </a:schemeClr>
                </a:solidFill>
                <a:latin typeface="Modern Love" pitchFamily="82" charset="0"/>
              </a:rPr>
              <a:t>Recipe</a:t>
            </a:r>
          </a:p>
        </p:txBody>
      </p:sp>
      <p:sp>
        <p:nvSpPr>
          <p:cNvPr id="76" name="Freeform 75">
            <a:extLst>
              <a:ext uri="{FF2B5EF4-FFF2-40B4-BE49-F238E27FC236}">
                <a16:creationId xmlns:a16="http://schemas.microsoft.com/office/drawing/2014/main" id="{6703F5BF-C323-31B8-1664-024AB45A5256}"/>
              </a:ext>
            </a:extLst>
          </p:cNvPr>
          <p:cNvSpPr/>
          <p:nvPr/>
        </p:nvSpPr>
        <p:spPr>
          <a:xfrm>
            <a:off x="206662" y="2022422"/>
            <a:ext cx="2572478" cy="1495749"/>
          </a:xfrm>
          <a:custGeom>
            <a:avLst/>
            <a:gdLst>
              <a:gd name="connsiteX0" fmla="*/ 1316838 w 2572478"/>
              <a:gd name="connsiteY0" fmla="*/ 0 h 1495749"/>
              <a:gd name="connsiteX1" fmla="*/ 1598906 w 2572478"/>
              <a:gd name="connsiteY1" fmla="*/ 130385 h 1495749"/>
              <a:gd name="connsiteX2" fmla="*/ 1604501 w 2572478"/>
              <a:gd name="connsiteY2" fmla="*/ 149712 h 1495749"/>
              <a:gd name="connsiteX3" fmla="*/ 1657717 w 2572478"/>
              <a:gd name="connsiteY3" fmla="*/ 138192 h 1495749"/>
              <a:gd name="connsiteX4" fmla="*/ 1719412 w 2572478"/>
              <a:gd name="connsiteY4" fmla="*/ 133855 h 1495749"/>
              <a:gd name="connsiteX5" fmla="*/ 1935875 w 2572478"/>
              <a:gd name="connsiteY5" fmla="*/ 196382 h 1495749"/>
              <a:gd name="connsiteX6" fmla="*/ 1987319 w 2572478"/>
              <a:gd name="connsiteY6" fmla="*/ 249593 h 1495749"/>
              <a:gd name="connsiteX7" fmla="*/ 2017563 w 2572478"/>
              <a:gd name="connsiteY7" fmla="*/ 256140 h 1495749"/>
              <a:gd name="connsiteX8" fmla="*/ 2204529 w 2572478"/>
              <a:gd name="connsiteY8" fmla="*/ 452846 h 1495749"/>
              <a:gd name="connsiteX9" fmla="*/ 2201537 w 2572478"/>
              <a:gd name="connsiteY9" fmla="*/ 463181 h 1495749"/>
              <a:gd name="connsiteX10" fmla="*/ 2230775 w 2572478"/>
              <a:gd name="connsiteY10" fmla="*/ 469510 h 1495749"/>
              <a:gd name="connsiteX11" fmla="*/ 2328080 w 2572478"/>
              <a:gd name="connsiteY11" fmla="*/ 515261 h 1495749"/>
              <a:gd name="connsiteX12" fmla="*/ 2371485 w 2572478"/>
              <a:gd name="connsiteY12" fmla="*/ 560157 h 1495749"/>
              <a:gd name="connsiteX13" fmla="*/ 2385512 w 2572478"/>
              <a:gd name="connsiteY13" fmla="*/ 563193 h 1495749"/>
              <a:gd name="connsiteX14" fmla="*/ 2572478 w 2572478"/>
              <a:gd name="connsiteY14" fmla="*/ 759899 h 1495749"/>
              <a:gd name="connsiteX15" fmla="*/ 2548422 w 2572478"/>
              <a:gd name="connsiteY15" fmla="*/ 842996 h 1495749"/>
              <a:gd name="connsiteX16" fmla="*/ 2517369 w 2572478"/>
              <a:gd name="connsiteY16" fmla="*/ 875115 h 1495749"/>
              <a:gd name="connsiteX17" fmla="*/ 2528022 w 2572478"/>
              <a:gd name="connsiteY17" fmla="*/ 911912 h 1495749"/>
              <a:gd name="connsiteX18" fmla="*/ 2221898 w 2572478"/>
              <a:gd name="connsiteY18" fmla="*/ 1125394 h 1495749"/>
              <a:gd name="connsiteX19" fmla="*/ 2130866 w 2572478"/>
              <a:gd name="connsiteY19" fmla="*/ 1115796 h 1495749"/>
              <a:gd name="connsiteX20" fmla="*/ 2086733 w 2572478"/>
              <a:gd name="connsiteY20" fmla="*/ 1101001 h 1495749"/>
              <a:gd name="connsiteX21" fmla="*/ 2077289 w 2572478"/>
              <a:gd name="connsiteY21" fmla="*/ 1133625 h 1495749"/>
              <a:gd name="connsiteX22" fmla="*/ 2031441 w 2572478"/>
              <a:gd name="connsiteY22" fmla="*/ 1186323 h 1495749"/>
              <a:gd name="connsiteX23" fmla="*/ 2018580 w 2572478"/>
              <a:gd name="connsiteY23" fmla="*/ 1194472 h 1495749"/>
              <a:gd name="connsiteX24" fmla="*/ 2017750 w 2572478"/>
              <a:gd name="connsiteY24" fmla="*/ 1197341 h 1495749"/>
              <a:gd name="connsiteX25" fmla="*/ 1735682 w 2572478"/>
              <a:gd name="connsiteY25" fmla="*/ 1327726 h 1495749"/>
              <a:gd name="connsiteX26" fmla="*/ 1616525 w 2572478"/>
              <a:gd name="connsiteY26" fmla="*/ 1310950 h 1495749"/>
              <a:gd name="connsiteX27" fmla="*/ 1565082 w 2572478"/>
              <a:gd name="connsiteY27" fmla="*/ 1286762 h 1495749"/>
              <a:gd name="connsiteX28" fmla="*/ 1500944 w 2572478"/>
              <a:gd name="connsiteY28" fmla="*/ 1353103 h 1495749"/>
              <a:gd name="connsiteX29" fmla="*/ 1403639 w 2572478"/>
              <a:gd name="connsiteY29" fmla="*/ 1398854 h 1495749"/>
              <a:gd name="connsiteX30" fmla="*/ 1375115 w 2572478"/>
              <a:gd name="connsiteY30" fmla="*/ 1405028 h 1495749"/>
              <a:gd name="connsiteX31" fmla="*/ 1347858 w 2572478"/>
              <a:gd name="connsiteY31" fmla="*/ 1433222 h 1495749"/>
              <a:gd name="connsiteX32" fmla="*/ 1131395 w 2572478"/>
              <a:gd name="connsiteY32" fmla="*/ 1495749 h 1495749"/>
              <a:gd name="connsiteX33" fmla="*/ 825271 w 2572478"/>
              <a:gd name="connsiteY33" fmla="*/ 1282267 h 1495749"/>
              <a:gd name="connsiteX34" fmla="*/ 837141 w 2572478"/>
              <a:gd name="connsiteY34" fmla="*/ 1241265 h 1495749"/>
              <a:gd name="connsiteX35" fmla="*/ 746351 w 2572478"/>
              <a:gd name="connsiteY35" fmla="*/ 1198578 h 1495749"/>
              <a:gd name="connsiteX36" fmla="*/ 745740 w 2572478"/>
              <a:gd name="connsiteY36" fmla="*/ 1197946 h 1495749"/>
              <a:gd name="connsiteX37" fmla="*/ 689601 w 2572478"/>
              <a:gd name="connsiteY37" fmla="*/ 1216766 h 1495749"/>
              <a:gd name="connsiteX38" fmla="*/ 598569 w 2572478"/>
              <a:gd name="connsiteY38" fmla="*/ 1226364 h 1495749"/>
              <a:gd name="connsiteX39" fmla="*/ 316502 w 2572478"/>
              <a:gd name="connsiteY39" fmla="*/ 1095979 h 1495749"/>
              <a:gd name="connsiteX40" fmla="*/ 296666 w 2572478"/>
              <a:gd name="connsiteY40" fmla="*/ 1027463 h 1495749"/>
              <a:gd name="connsiteX41" fmla="*/ 279367 w 2572478"/>
              <a:gd name="connsiteY41" fmla="*/ 1023719 h 1495749"/>
              <a:gd name="connsiteX42" fmla="*/ 116458 w 2572478"/>
              <a:gd name="connsiteY42" fmla="*/ 910110 h 1495749"/>
              <a:gd name="connsiteX43" fmla="*/ 108023 w 2572478"/>
              <a:gd name="connsiteY43" fmla="*/ 880974 h 1495749"/>
              <a:gd name="connsiteX44" fmla="*/ 89661 w 2572478"/>
              <a:gd name="connsiteY44" fmla="*/ 872341 h 1495749"/>
              <a:gd name="connsiteX45" fmla="*/ 0 w 2572478"/>
              <a:gd name="connsiteY45" fmla="*/ 721386 h 1495749"/>
              <a:gd name="connsiteX46" fmla="*/ 24057 w 2572478"/>
              <a:gd name="connsiteY46" fmla="*/ 638289 h 1495749"/>
              <a:gd name="connsiteX47" fmla="*/ 28717 w 2572478"/>
              <a:gd name="connsiteY47" fmla="*/ 633469 h 1495749"/>
              <a:gd name="connsiteX48" fmla="*/ 22228 w 2572478"/>
              <a:gd name="connsiteY48" fmla="*/ 611054 h 1495749"/>
              <a:gd name="connsiteX49" fmla="*/ 328352 w 2572478"/>
              <a:gd name="connsiteY49" fmla="*/ 397572 h 1495749"/>
              <a:gd name="connsiteX50" fmla="*/ 390047 w 2572478"/>
              <a:gd name="connsiteY50" fmla="*/ 401909 h 1495749"/>
              <a:gd name="connsiteX51" fmla="*/ 397351 w 2572478"/>
              <a:gd name="connsiteY51" fmla="*/ 403490 h 1495749"/>
              <a:gd name="connsiteX52" fmla="*/ 389466 w 2572478"/>
              <a:gd name="connsiteY52" fmla="*/ 395334 h 1495749"/>
              <a:gd name="connsiteX53" fmla="*/ 365409 w 2572478"/>
              <a:gd name="connsiteY53" fmla="*/ 312237 h 1495749"/>
              <a:gd name="connsiteX54" fmla="*/ 671533 w 2572478"/>
              <a:gd name="connsiteY54" fmla="*/ 98755 h 1495749"/>
              <a:gd name="connsiteX55" fmla="*/ 887995 w 2572478"/>
              <a:gd name="connsiteY55" fmla="*/ 161282 h 1495749"/>
              <a:gd name="connsiteX56" fmla="*/ 931372 w 2572478"/>
              <a:gd name="connsiteY56" fmla="*/ 206149 h 1495749"/>
              <a:gd name="connsiteX57" fmla="*/ 938321 w 2572478"/>
              <a:gd name="connsiteY57" fmla="*/ 182149 h 1495749"/>
              <a:gd name="connsiteX58" fmla="*/ 1049231 w 2572478"/>
              <a:gd name="connsiteY58" fmla="*/ 88223 h 1495749"/>
              <a:gd name="connsiteX59" fmla="*/ 1088145 w 2572478"/>
              <a:gd name="connsiteY59" fmla="*/ 75177 h 1495749"/>
              <a:gd name="connsiteX60" fmla="*/ 1100375 w 2572478"/>
              <a:gd name="connsiteY60" fmla="*/ 62527 h 1495749"/>
              <a:gd name="connsiteX61" fmla="*/ 1316838 w 2572478"/>
              <a:gd name="connsiteY61" fmla="*/ 0 h 1495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72478" h="1495749">
                <a:moveTo>
                  <a:pt x="1316838" y="0"/>
                </a:moveTo>
                <a:cubicBezTo>
                  <a:pt x="1443639" y="0"/>
                  <a:pt x="1552433" y="53763"/>
                  <a:pt x="1598906" y="130385"/>
                </a:cubicBezTo>
                <a:lnTo>
                  <a:pt x="1604501" y="149712"/>
                </a:lnTo>
                <a:lnTo>
                  <a:pt x="1657717" y="138192"/>
                </a:lnTo>
                <a:cubicBezTo>
                  <a:pt x="1677645" y="135348"/>
                  <a:pt x="1698279" y="133855"/>
                  <a:pt x="1719412" y="133855"/>
                </a:cubicBezTo>
                <a:cubicBezTo>
                  <a:pt x="1803946" y="133855"/>
                  <a:pt x="1880477" y="157750"/>
                  <a:pt x="1935875" y="196382"/>
                </a:cubicBezTo>
                <a:lnTo>
                  <a:pt x="1987319" y="249593"/>
                </a:lnTo>
                <a:lnTo>
                  <a:pt x="2017563" y="256140"/>
                </a:lnTo>
                <a:cubicBezTo>
                  <a:pt x="2127435" y="288549"/>
                  <a:pt x="2204529" y="364419"/>
                  <a:pt x="2204529" y="452846"/>
                </a:cubicBezTo>
                <a:lnTo>
                  <a:pt x="2201537" y="463181"/>
                </a:lnTo>
                <a:lnTo>
                  <a:pt x="2230775" y="469510"/>
                </a:lnTo>
                <a:cubicBezTo>
                  <a:pt x="2267399" y="480313"/>
                  <a:pt x="2300381" y="495945"/>
                  <a:pt x="2328080" y="515261"/>
                </a:cubicBezTo>
                <a:lnTo>
                  <a:pt x="2371485" y="560157"/>
                </a:lnTo>
                <a:lnTo>
                  <a:pt x="2385512" y="563193"/>
                </a:lnTo>
                <a:cubicBezTo>
                  <a:pt x="2495384" y="595602"/>
                  <a:pt x="2572478" y="671472"/>
                  <a:pt x="2572478" y="759899"/>
                </a:cubicBezTo>
                <a:cubicBezTo>
                  <a:pt x="2572478" y="789375"/>
                  <a:pt x="2563912" y="817455"/>
                  <a:pt x="2548422" y="842996"/>
                </a:cubicBezTo>
                <a:lnTo>
                  <a:pt x="2517369" y="875115"/>
                </a:lnTo>
                <a:lnTo>
                  <a:pt x="2528022" y="911912"/>
                </a:lnTo>
                <a:cubicBezTo>
                  <a:pt x="2528022" y="1029815"/>
                  <a:pt x="2390966" y="1125394"/>
                  <a:pt x="2221898" y="1125394"/>
                </a:cubicBezTo>
                <a:cubicBezTo>
                  <a:pt x="2190198" y="1125394"/>
                  <a:pt x="2159623" y="1122034"/>
                  <a:pt x="2130866" y="1115796"/>
                </a:cubicBezTo>
                <a:lnTo>
                  <a:pt x="2086733" y="1101001"/>
                </a:lnTo>
                <a:lnTo>
                  <a:pt x="2077289" y="1133625"/>
                </a:lnTo>
                <a:cubicBezTo>
                  <a:pt x="2065671" y="1152781"/>
                  <a:pt x="2050157" y="1170507"/>
                  <a:pt x="2031441" y="1186323"/>
                </a:cubicBezTo>
                <a:lnTo>
                  <a:pt x="2018580" y="1194472"/>
                </a:lnTo>
                <a:lnTo>
                  <a:pt x="2017750" y="1197341"/>
                </a:lnTo>
                <a:cubicBezTo>
                  <a:pt x="1971278" y="1273963"/>
                  <a:pt x="1862483" y="1327726"/>
                  <a:pt x="1735682" y="1327726"/>
                </a:cubicBezTo>
                <a:cubicBezTo>
                  <a:pt x="1693415" y="1327726"/>
                  <a:pt x="1653149" y="1321752"/>
                  <a:pt x="1616525" y="1310950"/>
                </a:cubicBezTo>
                <a:lnTo>
                  <a:pt x="1565082" y="1286762"/>
                </a:lnTo>
                <a:lnTo>
                  <a:pt x="1500944" y="1353103"/>
                </a:lnTo>
                <a:cubicBezTo>
                  <a:pt x="1473245" y="1372419"/>
                  <a:pt x="1440263" y="1388051"/>
                  <a:pt x="1403639" y="1398854"/>
                </a:cubicBezTo>
                <a:lnTo>
                  <a:pt x="1375115" y="1405028"/>
                </a:lnTo>
                <a:lnTo>
                  <a:pt x="1347858" y="1433222"/>
                </a:lnTo>
                <a:cubicBezTo>
                  <a:pt x="1292460" y="1471854"/>
                  <a:pt x="1215929" y="1495749"/>
                  <a:pt x="1131395" y="1495749"/>
                </a:cubicBezTo>
                <a:cubicBezTo>
                  <a:pt x="962327" y="1495749"/>
                  <a:pt x="825271" y="1400170"/>
                  <a:pt x="825271" y="1282267"/>
                </a:cubicBezTo>
                <a:lnTo>
                  <a:pt x="837141" y="1241265"/>
                </a:lnTo>
                <a:lnTo>
                  <a:pt x="746351" y="1198578"/>
                </a:lnTo>
                <a:lnTo>
                  <a:pt x="745740" y="1197946"/>
                </a:lnTo>
                <a:lnTo>
                  <a:pt x="689601" y="1216766"/>
                </a:lnTo>
                <a:cubicBezTo>
                  <a:pt x="660844" y="1223004"/>
                  <a:pt x="630269" y="1226364"/>
                  <a:pt x="598569" y="1226364"/>
                </a:cubicBezTo>
                <a:cubicBezTo>
                  <a:pt x="471768" y="1226364"/>
                  <a:pt x="362974" y="1172601"/>
                  <a:pt x="316502" y="1095979"/>
                </a:cubicBezTo>
                <a:lnTo>
                  <a:pt x="296666" y="1027463"/>
                </a:lnTo>
                <a:lnTo>
                  <a:pt x="279367" y="1023719"/>
                </a:lnTo>
                <a:cubicBezTo>
                  <a:pt x="206119" y="1002113"/>
                  <a:pt x="147439" y="961191"/>
                  <a:pt x="116458" y="910110"/>
                </a:cubicBezTo>
                <a:lnTo>
                  <a:pt x="108023" y="880974"/>
                </a:lnTo>
                <a:lnTo>
                  <a:pt x="89661" y="872341"/>
                </a:lnTo>
                <a:cubicBezTo>
                  <a:pt x="34264" y="833708"/>
                  <a:pt x="0" y="780338"/>
                  <a:pt x="0" y="721386"/>
                </a:cubicBezTo>
                <a:cubicBezTo>
                  <a:pt x="0" y="691910"/>
                  <a:pt x="8566" y="663830"/>
                  <a:pt x="24057" y="638289"/>
                </a:cubicBezTo>
                <a:lnTo>
                  <a:pt x="28717" y="633469"/>
                </a:lnTo>
                <a:lnTo>
                  <a:pt x="22228" y="611054"/>
                </a:lnTo>
                <a:cubicBezTo>
                  <a:pt x="22228" y="493151"/>
                  <a:pt x="159284" y="397572"/>
                  <a:pt x="328352" y="397572"/>
                </a:cubicBezTo>
                <a:cubicBezTo>
                  <a:pt x="349485" y="397572"/>
                  <a:pt x="370119" y="399065"/>
                  <a:pt x="390047" y="401909"/>
                </a:cubicBezTo>
                <a:lnTo>
                  <a:pt x="397351" y="403490"/>
                </a:lnTo>
                <a:lnTo>
                  <a:pt x="389466" y="395334"/>
                </a:lnTo>
                <a:cubicBezTo>
                  <a:pt x="373975" y="369793"/>
                  <a:pt x="365409" y="341713"/>
                  <a:pt x="365409" y="312237"/>
                </a:cubicBezTo>
                <a:cubicBezTo>
                  <a:pt x="365409" y="194334"/>
                  <a:pt x="502465" y="98755"/>
                  <a:pt x="671533" y="98755"/>
                </a:cubicBezTo>
                <a:cubicBezTo>
                  <a:pt x="756067" y="98755"/>
                  <a:pt x="832598" y="122650"/>
                  <a:pt x="887995" y="161282"/>
                </a:cubicBezTo>
                <a:lnTo>
                  <a:pt x="931372" y="206149"/>
                </a:lnTo>
                <a:lnTo>
                  <a:pt x="938321" y="182149"/>
                </a:lnTo>
                <a:cubicBezTo>
                  <a:pt x="961557" y="143838"/>
                  <a:pt x="1000373" y="111242"/>
                  <a:pt x="1049231" y="88223"/>
                </a:cubicBezTo>
                <a:lnTo>
                  <a:pt x="1088145" y="75177"/>
                </a:lnTo>
                <a:lnTo>
                  <a:pt x="1100375" y="62527"/>
                </a:lnTo>
                <a:cubicBezTo>
                  <a:pt x="1155773" y="23895"/>
                  <a:pt x="1232304" y="0"/>
                  <a:pt x="1316838" y="0"/>
                </a:cubicBez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sz="2800" b="1" dirty="0">
                <a:solidFill>
                  <a:srgbClr val="7030A0"/>
                </a:solidFill>
                <a:latin typeface="Cavolini" panose="03000502040302020204" pitchFamily="66" charset="0"/>
                <a:cs typeface="Cavolini" panose="03000502040302020204" pitchFamily="66" charset="0"/>
              </a:rPr>
              <a:t>similarity</a:t>
            </a:r>
            <a:endParaRPr lang="en-CN" sz="2800" b="1" dirty="0">
              <a:solidFill>
                <a:srgbClr val="7030A0"/>
              </a:solidFill>
              <a:latin typeface="Cavolini" panose="03000502040302020204" pitchFamily="66" charset="0"/>
              <a:cs typeface="Cavolini" panose="03000502040302020204" pitchFamily="66" charset="0"/>
            </a:endParaRPr>
          </a:p>
        </p:txBody>
      </p:sp>
      <p:sp>
        <p:nvSpPr>
          <p:cNvPr id="78" name="Freeform 77">
            <a:extLst>
              <a:ext uri="{FF2B5EF4-FFF2-40B4-BE49-F238E27FC236}">
                <a16:creationId xmlns:a16="http://schemas.microsoft.com/office/drawing/2014/main" id="{0B145C2B-4F26-BF97-58A2-AAEF87783CC6}"/>
              </a:ext>
            </a:extLst>
          </p:cNvPr>
          <p:cNvSpPr/>
          <p:nvPr/>
        </p:nvSpPr>
        <p:spPr>
          <a:xfrm>
            <a:off x="5862533" y="1023276"/>
            <a:ext cx="3016595" cy="1526302"/>
          </a:xfrm>
          <a:custGeom>
            <a:avLst/>
            <a:gdLst>
              <a:gd name="connsiteX0" fmla="*/ 1316838 w 2572478"/>
              <a:gd name="connsiteY0" fmla="*/ 0 h 1495749"/>
              <a:gd name="connsiteX1" fmla="*/ 1598906 w 2572478"/>
              <a:gd name="connsiteY1" fmla="*/ 130385 h 1495749"/>
              <a:gd name="connsiteX2" fmla="*/ 1604501 w 2572478"/>
              <a:gd name="connsiteY2" fmla="*/ 149712 h 1495749"/>
              <a:gd name="connsiteX3" fmla="*/ 1657717 w 2572478"/>
              <a:gd name="connsiteY3" fmla="*/ 138192 h 1495749"/>
              <a:gd name="connsiteX4" fmla="*/ 1719412 w 2572478"/>
              <a:gd name="connsiteY4" fmla="*/ 133855 h 1495749"/>
              <a:gd name="connsiteX5" fmla="*/ 1935875 w 2572478"/>
              <a:gd name="connsiteY5" fmla="*/ 196382 h 1495749"/>
              <a:gd name="connsiteX6" fmla="*/ 1987319 w 2572478"/>
              <a:gd name="connsiteY6" fmla="*/ 249593 h 1495749"/>
              <a:gd name="connsiteX7" fmla="*/ 2017563 w 2572478"/>
              <a:gd name="connsiteY7" fmla="*/ 256140 h 1495749"/>
              <a:gd name="connsiteX8" fmla="*/ 2204529 w 2572478"/>
              <a:gd name="connsiteY8" fmla="*/ 452846 h 1495749"/>
              <a:gd name="connsiteX9" fmla="*/ 2201537 w 2572478"/>
              <a:gd name="connsiteY9" fmla="*/ 463181 h 1495749"/>
              <a:gd name="connsiteX10" fmla="*/ 2230775 w 2572478"/>
              <a:gd name="connsiteY10" fmla="*/ 469510 h 1495749"/>
              <a:gd name="connsiteX11" fmla="*/ 2328080 w 2572478"/>
              <a:gd name="connsiteY11" fmla="*/ 515261 h 1495749"/>
              <a:gd name="connsiteX12" fmla="*/ 2371485 w 2572478"/>
              <a:gd name="connsiteY12" fmla="*/ 560157 h 1495749"/>
              <a:gd name="connsiteX13" fmla="*/ 2385512 w 2572478"/>
              <a:gd name="connsiteY13" fmla="*/ 563193 h 1495749"/>
              <a:gd name="connsiteX14" fmla="*/ 2572478 w 2572478"/>
              <a:gd name="connsiteY14" fmla="*/ 759899 h 1495749"/>
              <a:gd name="connsiteX15" fmla="*/ 2548422 w 2572478"/>
              <a:gd name="connsiteY15" fmla="*/ 842996 h 1495749"/>
              <a:gd name="connsiteX16" fmla="*/ 2517369 w 2572478"/>
              <a:gd name="connsiteY16" fmla="*/ 875115 h 1495749"/>
              <a:gd name="connsiteX17" fmla="*/ 2528022 w 2572478"/>
              <a:gd name="connsiteY17" fmla="*/ 911912 h 1495749"/>
              <a:gd name="connsiteX18" fmla="*/ 2221898 w 2572478"/>
              <a:gd name="connsiteY18" fmla="*/ 1125394 h 1495749"/>
              <a:gd name="connsiteX19" fmla="*/ 2130866 w 2572478"/>
              <a:gd name="connsiteY19" fmla="*/ 1115796 h 1495749"/>
              <a:gd name="connsiteX20" fmla="*/ 2086733 w 2572478"/>
              <a:gd name="connsiteY20" fmla="*/ 1101001 h 1495749"/>
              <a:gd name="connsiteX21" fmla="*/ 2077289 w 2572478"/>
              <a:gd name="connsiteY21" fmla="*/ 1133625 h 1495749"/>
              <a:gd name="connsiteX22" fmla="*/ 2031441 w 2572478"/>
              <a:gd name="connsiteY22" fmla="*/ 1186323 h 1495749"/>
              <a:gd name="connsiteX23" fmla="*/ 2018580 w 2572478"/>
              <a:gd name="connsiteY23" fmla="*/ 1194472 h 1495749"/>
              <a:gd name="connsiteX24" fmla="*/ 2017750 w 2572478"/>
              <a:gd name="connsiteY24" fmla="*/ 1197341 h 1495749"/>
              <a:gd name="connsiteX25" fmla="*/ 1735682 w 2572478"/>
              <a:gd name="connsiteY25" fmla="*/ 1327726 h 1495749"/>
              <a:gd name="connsiteX26" fmla="*/ 1616525 w 2572478"/>
              <a:gd name="connsiteY26" fmla="*/ 1310950 h 1495749"/>
              <a:gd name="connsiteX27" fmla="*/ 1565082 w 2572478"/>
              <a:gd name="connsiteY27" fmla="*/ 1286762 h 1495749"/>
              <a:gd name="connsiteX28" fmla="*/ 1500944 w 2572478"/>
              <a:gd name="connsiteY28" fmla="*/ 1353103 h 1495749"/>
              <a:gd name="connsiteX29" fmla="*/ 1403639 w 2572478"/>
              <a:gd name="connsiteY29" fmla="*/ 1398854 h 1495749"/>
              <a:gd name="connsiteX30" fmla="*/ 1375115 w 2572478"/>
              <a:gd name="connsiteY30" fmla="*/ 1405028 h 1495749"/>
              <a:gd name="connsiteX31" fmla="*/ 1347858 w 2572478"/>
              <a:gd name="connsiteY31" fmla="*/ 1433222 h 1495749"/>
              <a:gd name="connsiteX32" fmla="*/ 1131395 w 2572478"/>
              <a:gd name="connsiteY32" fmla="*/ 1495749 h 1495749"/>
              <a:gd name="connsiteX33" fmla="*/ 825271 w 2572478"/>
              <a:gd name="connsiteY33" fmla="*/ 1282267 h 1495749"/>
              <a:gd name="connsiteX34" fmla="*/ 837141 w 2572478"/>
              <a:gd name="connsiteY34" fmla="*/ 1241265 h 1495749"/>
              <a:gd name="connsiteX35" fmla="*/ 746351 w 2572478"/>
              <a:gd name="connsiteY35" fmla="*/ 1198578 h 1495749"/>
              <a:gd name="connsiteX36" fmla="*/ 745740 w 2572478"/>
              <a:gd name="connsiteY36" fmla="*/ 1197946 h 1495749"/>
              <a:gd name="connsiteX37" fmla="*/ 689601 w 2572478"/>
              <a:gd name="connsiteY37" fmla="*/ 1216766 h 1495749"/>
              <a:gd name="connsiteX38" fmla="*/ 598569 w 2572478"/>
              <a:gd name="connsiteY38" fmla="*/ 1226364 h 1495749"/>
              <a:gd name="connsiteX39" fmla="*/ 316502 w 2572478"/>
              <a:gd name="connsiteY39" fmla="*/ 1095979 h 1495749"/>
              <a:gd name="connsiteX40" fmla="*/ 296666 w 2572478"/>
              <a:gd name="connsiteY40" fmla="*/ 1027463 h 1495749"/>
              <a:gd name="connsiteX41" fmla="*/ 279367 w 2572478"/>
              <a:gd name="connsiteY41" fmla="*/ 1023719 h 1495749"/>
              <a:gd name="connsiteX42" fmla="*/ 116458 w 2572478"/>
              <a:gd name="connsiteY42" fmla="*/ 910110 h 1495749"/>
              <a:gd name="connsiteX43" fmla="*/ 108023 w 2572478"/>
              <a:gd name="connsiteY43" fmla="*/ 880974 h 1495749"/>
              <a:gd name="connsiteX44" fmla="*/ 89661 w 2572478"/>
              <a:gd name="connsiteY44" fmla="*/ 872341 h 1495749"/>
              <a:gd name="connsiteX45" fmla="*/ 0 w 2572478"/>
              <a:gd name="connsiteY45" fmla="*/ 721386 h 1495749"/>
              <a:gd name="connsiteX46" fmla="*/ 24057 w 2572478"/>
              <a:gd name="connsiteY46" fmla="*/ 638289 h 1495749"/>
              <a:gd name="connsiteX47" fmla="*/ 28717 w 2572478"/>
              <a:gd name="connsiteY47" fmla="*/ 633469 h 1495749"/>
              <a:gd name="connsiteX48" fmla="*/ 22228 w 2572478"/>
              <a:gd name="connsiteY48" fmla="*/ 611054 h 1495749"/>
              <a:gd name="connsiteX49" fmla="*/ 328352 w 2572478"/>
              <a:gd name="connsiteY49" fmla="*/ 397572 h 1495749"/>
              <a:gd name="connsiteX50" fmla="*/ 390047 w 2572478"/>
              <a:gd name="connsiteY50" fmla="*/ 401909 h 1495749"/>
              <a:gd name="connsiteX51" fmla="*/ 397351 w 2572478"/>
              <a:gd name="connsiteY51" fmla="*/ 403490 h 1495749"/>
              <a:gd name="connsiteX52" fmla="*/ 389466 w 2572478"/>
              <a:gd name="connsiteY52" fmla="*/ 395334 h 1495749"/>
              <a:gd name="connsiteX53" fmla="*/ 365409 w 2572478"/>
              <a:gd name="connsiteY53" fmla="*/ 312237 h 1495749"/>
              <a:gd name="connsiteX54" fmla="*/ 671533 w 2572478"/>
              <a:gd name="connsiteY54" fmla="*/ 98755 h 1495749"/>
              <a:gd name="connsiteX55" fmla="*/ 887995 w 2572478"/>
              <a:gd name="connsiteY55" fmla="*/ 161282 h 1495749"/>
              <a:gd name="connsiteX56" fmla="*/ 931372 w 2572478"/>
              <a:gd name="connsiteY56" fmla="*/ 206149 h 1495749"/>
              <a:gd name="connsiteX57" fmla="*/ 938321 w 2572478"/>
              <a:gd name="connsiteY57" fmla="*/ 182149 h 1495749"/>
              <a:gd name="connsiteX58" fmla="*/ 1049231 w 2572478"/>
              <a:gd name="connsiteY58" fmla="*/ 88223 h 1495749"/>
              <a:gd name="connsiteX59" fmla="*/ 1088145 w 2572478"/>
              <a:gd name="connsiteY59" fmla="*/ 75177 h 1495749"/>
              <a:gd name="connsiteX60" fmla="*/ 1100375 w 2572478"/>
              <a:gd name="connsiteY60" fmla="*/ 62527 h 1495749"/>
              <a:gd name="connsiteX61" fmla="*/ 1316838 w 2572478"/>
              <a:gd name="connsiteY61" fmla="*/ 0 h 1495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572478" h="1495749">
                <a:moveTo>
                  <a:pt x="1316838" y="0"/>
                </a:moveTo>
                <a:cubicBezTo>
                  <a:pt x="1443639" y="0"/>
                  <a:pt x="1552433" y="53763"/>
                  <a:pt x="1598906" y="130385"/>
                </a:cubicBezTo>
                <a:lnTo>
                  <a:pt x="1604501" y="149712"/>
                </a:lnTo>
                <a:lnTo>
                  <a:pt x="1657717" y="138192"/>
                </a:lnTo>
                <a:cubicBezTo>
                  <a:pt x="1677645" y="135348"/>
                  <a:pt x="1698279" y="133855"/>
                  <a:pt x="1719412" y="133855"/>
                </a:cubicBezTo>
                <a:cubicBezTo>
                  <a:pt x="1803946" y="133855"/>
                  <a:pt x="1880477" y="157750"/>
                  <a:pt x="1935875" y="196382"/>
                </a:cubicBezTo>
                <a:lnTo>
                  <a:pt x="1987319" y="249593"/>
                </a:lnTo>
                <a:lnTo>
                  <a:pt x="2017563" y="256140"/>
                </a:lnTo>
                <a:cubicBezTo>
                  <a:pt x="2127435" y="288549"/>
                  <a:pt x="2204529" y="364419"/>
                  <a:pt x="2204529" y="452846"/>
                </a:cubicBezTo>
                <a:lnTo>
                  <a:pt x="2201537" y="463181"/>
                </a:lnTo>
                <a:lnTo>
                  <a:pt x="2230775" y="469510"/>
                </a:lnTo>
                <a:cubicBezTo>
                  <a:pt x="2267399" y="480313"/>
                  <a:pt x="2300381" y="495945"/>
                  <a:pt x="2328080" y="515261"/>
                </a:cubicBezTo>
                <a:lnTo>
                  <a:pt x="2371485" y="560157"/>
                </a:lnTo>
                <a:lnTo>
                  <a:pt x="2385512" y="563193"/>
                </a:lnTo>
                <a:cubicBezTo>
                  <a:pt x="2495384" y="595602"/>
                  <a:pt x="2572478" y="671472"/>
                  <a:pt x="2572478" y="759899"/>
                </a:cubicBezTo>
                <a:cubicBezTo>
                  <a:pt x="2572478" y="789375"/>
                  <a:pt x="2563912" y="817455"/>
                  <a:pt x="2548422" y="842996"/>
                </a:cubicBezTo>
                <a:lnTo>
                  <a:pt x="2517369" y="875115"/>
                </a:lnTo>
                <a:lnTo>
                  <a:pt x="2528022" y="911912"/>
                </a:lnTo>
                <a:cubicBezTo>
                  <a:pt x="2528022" y="1029815"/>
                  <a:pt x="2390966" y="1125394"/>
                  <a:pt x="2221898" y="1125394"/>
                </a:cubicBezTo>
                <a:cubicBezTo>
                  <a:pt x="2190198" y="1125394"/>
                  <a:pt x="2159623" y="1122034"/>
                  <a:pt x="2130866" y="1115796"/>
                </a:cubicBezTo>
                <a:lnTo>
                  <a:pt x="2086733" y="1101001"/>
                </a:lnTo>
                <a:lnTo>
                  <a:pt x="2077289" y="1133625"/>
                </a:lnTo>
                <a:cubicBezTo>
                  <a:pt x="2065671" y="1152781"/>
                  <a:pt x="2050157" y="1170507"/>
                  <a:pt x="2031441" y="1186323"/>
                </a:cubicBezTo>
                <a:lnTo>
                  <a:pt x="2018580" y="1194472"/>
                </a:lnTo>
                <a:lnTo>
                  <a:pt x="2017750" y="1197341"/>
                </a:lnTo>
                <a:cubicBezTo>
                  <a:pt x="1971278" y="1273963"/>
                  <a:pt x="1862483" y="1327726"/>
                  <a:pt x="1735682" y="1327726"/>
                </a:cubicBezTo>
                <a:cubicBezTo>
                  <a:pt x="1693415" y="1327726"/>
                  <a:pt x="1653149" y="1321752"/>
                  <a:pt x="1616525" y="1310950"/>
                </a:cubicBezTo>
                <a:lnTo>
                  <a:pt x="1565082" y="1286762"/>
                </a:lnTo>
                <a:lnTo>
                  <a:pt x="1500944" y="1353103"/>
                </a:lnTo>
                <a:cubicBezTo>
                  <a:pt x="1473245" y="1372419"/>
                  <a:pt x="1440263" y="1388051"/>
                  <a:pt x="1403639" y="1398854"/>
                </a:cubicBezTo>
                <a:lnTo>
                  <a:pt x="1375115" y="1405028"/>
                </a:lnTo>
                <a:lnTo>
                  <a:pt x="1347858" y="1433222"/>
                </a:lnTo>
                <a:cubicBezTo>
                  <a:pt x="1292460" y="1471854"/>
                  <a:pt x="1215929" y="1495749"/>
                  <a:pt x="1131395" y="1495749"/>
                </a:cubicBezTo>
                <a:cubicBezTo>
                  <a:pt x="962327" y="1495749"/>
                  <a:pt x="825271" y="1400170"/>
                  <a:pt x="825271" y="1282267"/>
                </a:cubicBezTo>
                <a:lnTo>
                  <a:pt x="837141" y="1241265"/>
                </a:lnTo>
                <a:lnTo>
                  <a:pt x="746351" y="1198578"/>
                </a:lnTo>
                <a:lnTo>
                  <a:pt x="745740" y="1197946"/>
                </a:lnTo>
                <a:lnTo>
                  <a:pt x="689601" y="1216766"/>
                </a:lnTo>
                <a:cubicBezTo>
                  <a:pt x="660844" y="1223004"/>
                  <a:pt x="630269" y="1226364"/>
                  <a:pt x="598569" y="1226364"/>
                </a:cubicBezTo>
                <a:cubicBezTo>
                  <a:pt x="471768" y="1226364"/>
                  <a:pt x="362974" y="1172601"/>
                  <a:pt x="316502" y="1095979"/>
                </a:cubicBezTo>
                <a:lnTo>
                  <a:pt x="296666" y="1027463"/>
                </a:lnTo>
                <a:lnTo>
                  <a:pt x="279367" y="1023719"/>
                </a:lnTo>
                <a:cubicBezTo>
                  <a:pt x="206119" y="1002113"/>
                  <a:pt x="147439" y="961191"/>
                  <a:pt x="116458" y="910110"/>
                </a:cubicBezTo>
                <a:lnTo>
                  <a:pt x="108023" y="880974"/>
                </a:lnTo>
                <a:lnTo>
                  <a:pt x="89661" y="872341"/>
                </a:lnTo>
                <a:cubicBezTo>
                  <a:pt x="34264" y="833708"/>
                  <a:pt x="0" y="780338"/>
                  <a:pt x="0" y="721386"/>
                </a:cubicBezTo>
                <a:cubicBezTo>
                  <a:pt x="0" y="691910"/>
                  <a:pt x="8566" y="663830"/>
                  <a:pt x="24057" y="638289"/>
                </a:cubicBezTo>
                <a:lnTo>
                  <a:pt x="28717" y="633469"/>
                </a:lnTo>
                <a:lnTo>
                  <a:pt x="22228" y="611054"/>
                </a:lnTo>
                <a:cubicBezTo>
                  <a:pt x="22228" y="493151"/>
                  <a:pt x="159284" y="397572"/>
                  <a:pt x="328352" y="397572"/>
                </a:cubicBezTo>
                <a:cubicBezTo>
                  <a:pt x="349485" y="397572"/>
                  <a:pt x="370119" y="399065"/>
                  <a:pt x="390047" y="401909"/>
                </a:cubicBezTo>
                <a:lnTo>
                  <a:pt x="397351" y="403490"/>
                </a:lnTo>
                <a:lnTo>
                  <a:pt x="389466" y="395334"/>
                </a:lnTo>
                <a:cubicBezTo>
                  <a:pt x="373975" y="369793"/>
                  <a:pt x="365409" y="341713"/>
                  <a:pt x="365409" y="312237"/>
                </a:cubicBezTo>
                <a:cubicBezTo>
                  <a:pt x="365409" y="194334"/>
                  <a:pt x="502465" y="98755"/>
                  <a:pt x="671533" y="98755"/>
                </a:cubicBezTo>
                <a:cubicBezTo>
                  <a:pt x="756067" y="98755"/>
                  <a:pt x="832598" y="122650"/>
                  <a:pt x="887995" y="161282"/>
                </a:cubicBezTo>
                <a:lnTo>
                  <a:pt x="931372" y="206149"/>
                </a:lnTo>
                <a:lnTo>
                  <a:pt x="938321" y="182149"/>
                </a:lnTo>
                <a:cubicBezTo>
                  <a:pt x="961557" y="143838"/>
                  <a:pt x="1000373" y="111242"/>
                  <a:pt x="1049231" y="88223"/>
                </a:cubicBezTo>
                <a:lnTo>
                  <a:pt x="1088145" y="75177"/>
                </a:lnTo>
                <a:lnTo>
                  <a:pt x="1100375" y="62527"/>
                </a:lnTo>
                <a:cubicBezTo>
                  <a:pt x="1155773" y="23895"/>
                  <a:pt x="1232304" y="0"/>
                  <a:pt x="1316838" y="0"/>
                </a:cubicBezTo>
                <a:close/>
              </a:path>
            </a:pathLst>
          </a:custGeom>
          <a:solidFill>
            <a:schemeClr val="tx2">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GB" sz="2800" b="1" dirty="0">
                <a:solidFill>
                  <a:srgbClr val="002060"/>
                </a:solidFill>
                <a:latin typeface="Cavolini" panose="03000502040302020204" pitchFamily="66" charset="0"/>
                <a:cs typeface="Cavolini" panose="03000502040302020204" pitchFamily="66" charset="0"/>
              </a:rPr>
              <a:t>New Classifier</a:t>
            </a:r>
            <a:endParaRPr lang="en-CN" sz="2800" b="1" dirty="0">
              <a:solidFill>
                <a:srgbClr val="002060"/>
              </a:solidFill>
              <a:latin typeface="Cavolini" panose="03000502040302020204" pitchFamily="66" charset="0"/>
              <a:cs typeface="Cavolini" panose="03000502040302020204" pitchFamily="66" charset="0"/>
            </a:endParaRPr>
          </a:p>
        </p:txBody>
      </p:sp>
    </p:spTree>
    <p:custDataLst>
      <p:tags r:id="rId1"/>
    </p:custDataLst>
    <p:extLst>
      <p:ext uri="{BB962C8B-B14F-4D97-AF65-F5344CB8AC3E}">
        <p14:creationId xmlns:p14="http://schemas.microsoft.com/office/powerpoint/2010/main" val="1630540182"/>
      </p:ext>
    </p:extLst>
  </p:cSld>
  <p:clrMapOvr>
    <a:masterClrMapping/>
  </p:clrMapOvr>
  <mc:AlternateContent xmlns:mc="http://schemas.openxmlformats.org/markup-compatibility/2006">
    <mc:Choice xmlns:p14="http://schemas.microsoft.com/office/powerpoint/2010/main" Requires="p14">
      <p:transition spd="slow" p14:dur="2000" advTm="77500"/>
    </mc:Choice>
    <mc:Fallback>
      <p:transition spd="slow" advTm="775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
                                        </p:tgtEl>
                                        <p:attrNameLst>
                                          <p:attrName>style.visibility</p:attrName>
                                        </p:attrNameLst>
                                      </p:cBhvr>
                                      <p:to>
                                        <p:strVal val="visible"/>
                                      </p:to>
                                    </p:set>
                                    <p:animEffect transition="in" filter="blinds(horizontal)">
                                      <p:cBhvr>
                                        <p:cTn id="7" dur="500"/>
                                        <p:tgtEl>
                                          <p:spTgt spid="78"/>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6"/>
                                        </p:tgtEl>
                                        <p:attrNameLst>
                                          <p:attrName>style.visibility</p:attrName>
                                        </p:attrNameLst>
                                      </p:cBhvr>
                                      <p:to>
                                        <p:strVal val="visible"/>
                                      </p:to>
                                    </p:set>
                                    <p:animEffect transition="in" filter="blinds(horizontal)">
                                      <p:cBhvr>
                                        <p:cTn id="12" dur="500"/>
                                        <p:tgtEl>
                                          <p:spTgt spid="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 grpId="0" animBg="1"/>
      <p:bldP spid="7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Table&#10;&#10;Description automatically generated">
            <a:extLst>
              <a:ext uri="{FF2B5EF4-FFF2-40B4-BE49-F238E27FC236}">
                <a16:creationId xmlns:a16="http://schemas.microsoft.com/office/drawing/2014/main" id="{16E91234-625A-BC42-36F5-B8E8EC52CDB3}"/>
              </a:ext>
            </a:extLst>
          </p:cNvPr>
          <p:cNvPicPr>
            <a:picLocks noGrp="1" noChangeAspect="1"/>
          </p:cNvPicPr>
          <p:nvPr>
            <p:ph sz="half" idx="1"/>
          </p:nvPr>
        </p:nvPicPr>
        <p:blipFill>
          <a:blip r:embed="rId3">
            <a:extLst>
              <a:ext uri="{28A0092B-C50C-407E-A947-70E740481C1C}">
                <a14:useLocalDpi xmlns:a14="http://schemas.microsoft.com/office/drawing/2010/main" val="0"/>
              </a:ext>
            </a:extLst>
          </a:blip>
          <a:stretch>
            <a:fillRect/>
          </a:stretch>
        </p:blipFill>
        <p:spPr>
          <a:xfrm>
            <a:off x="1823310" y="1591967"/>
            <a:ext cx="5593911" cy="3345554"/>
          </a:xfrm>
        </p:spPr>
      </p:pic>
      <p:sp>
        <p:nvSpPr>
          <p:cNvPr id="7" name="Title 1">
            <a:extLst>
              <a:ext uri="{FF2B5EF4-FFF2-40B4-BE49-F238E27FC236}">
                <a16:creationId xmlns:a16="http://schemas.microsoft.com/office/drawing/2014/main" id="{7F1B1205-22A3-EE9B-EA4D-BB5118BACDF0}"/>
              </a:ext>
            </a:extLst>
          </p:cNvPr>
          <p:cNvSpPr txBox="1">
            <a:spLocks noGrp="1"/>
          </p:cNvSpPr>
          <p:nvPr>
            <p:ph type="title"/>
          </p:nvPr>
        </p:nvSpPr>
        <p:spPr>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3600" dirty="0">
                <a:solidFill>
                  <a:schemeClr val="accent6">
                    <a:lumMod val="60000"/>
                    <a:lumOff val="40000"/>
                  </a:schemeClr>
                </a:solidFill>
                <a:effectLst>
                  <a:outerShdw blurRad="50800" dist="38100" dir="2700000" algn="tl" rotWithShape="0">
                    <a:prstClr val="black">
                      <a:alpha val="40000"/>
                    </a:prstClr>
                  </a:outerShdw>
                </a:effectLst>
                <a:latin typeface="BM JUA OTF" panose="02020603020101020101" pitchFamily="18" charset="-127"/>
                <a:ea typeface="BM JUA OTF" panose="02020603020101020101" pitchFamily="18" charset="-127"/>
              </a:rPr>
              <a:t>Data</a:t>
            </a:r>
          </a:p>
        </p:txBody>
      </p:sp>
      <p:sp>
        <p:nvSpPr>
          <p:cNvPr id="8" name="Rectangle 7">
            <a:extLst>
              <a:ext uri="{FF2B5EF4-FFF2-40B4-BE49-F238E27FC236}">
                <a16:creationId xmlns:a16="http://schemas.microsoft.com/office/drawing/2014/main" id="{7F798757-A821-9EB8-9FFC-2F6A25D31431}"/>
              </a:ext>
            </a:extLst>
          </p:cNvPr>
          <p:cNvSpPr/>
          <p:nvPr/>
        </p:nvSpPr>
        <p:spPr>
          <a:xfrm>
            <a:off x="1823309" y="4404211"/>
            <a:ext cx="5497381" cy="305410"/>
          </a:xfrm>
          <a:prstGeom prst="rect">
            <a:avLst/>
          </a:prstGeom>
          <a:noFill/>
          <a:ln w="57150" cmpd="sng">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9" name="TextBox 8">
            <a:extLst>
              <a:ext uri="{FF2B5EF4-FFF2-40B4-BE49-F238E27FC236}">
                <a16:creationId xmlns:a16="http://schemas.microsoft.com/office/drawing/2014/main" id="{7497FDE4-9CFB-6B14-F37C-D6E230D73CDB}"/>
              </a:ext>
            </a:extLst>
          </p:cNvPr>
          <p:cNvSpPr txBox="1"/>
          <p:nvPr/>
        </p:nvSpPr>
        <p:spPr>
          <a:xfrm>
            <a:off x="666078" y="4372250"/>
            <a:ext cx="1060700" cy="369332"/>
          </a:xfrm>
          <a:prstGeom prst="rect">
            <a:avLst/>
          </a:prstGeom>
          <a:solidFill>
            <a:schemeClr val="accent6">
              <a:lumMod val="50000"/>
            </a:schemeClr>
          </a:solidFill>
          <a:ln>
            <a:solidFill>
              <a:schemeClr val="accent6">
                <a:lumMod val="50000"/>
              </a:schemeClr>
            </a:solidFill>
          </a:ln>
        </p:spPr>
        <p:txBody>
          <a:bodyPr wrap="square" rtlCol="0">
            <a:spAutoFit/>
          </a:bodyPr>
          <a:lstStyle/>
          <a:p>
            <a:r>
              <a:rPr lang="en-CN" dirty="0">
                <a:solidFill>
                  <a:schemeClr val="bg1"/>
                </a:solidFill>
                <a:latin typeface="Cavolini" panose="03000502040302020204" pitchFamily="66" charset="0"/>
                <a:ea typeface="BM JUA OTF" panose="02020603020101020101" pitchFamily="18" charset="-127"/>
                <a:cs typeface="Cavolini" panose="03000502040302020204" pitchFamily="66" charset="0"/>
              </a:rPr>
              <a:t>Target</a:t>
            </a:r>
          </a:p>
        </p:txBody>
      </p:sp>
      <p:sp>
        <p:nvSpPr>
          <p:cNvPr id="10" name="Left Brace 9">
            <a:extLst>
              <a:ext uri="{FF2B5EF4-FFF2-40B4-BE49-F238E27FC236}">
                <a16:creationId xmlns:a16="http://schemas.microsoft.com/office/drawing/2014/main" id="{709EF132-3477-6EBF-025F-8C8477497034}"/>
              </a:ext>
            </a:extLst>
          </p:cNvPr>
          <p:cNvSpPr/>
          <p:nvPr/>
        </p:nvSpPr>
        <p:spPr>
          <a:xfrm>
            <a:off x="1517900" y="1808225"/>
            <a:ext cx="305409" cy="2443280"/>
          </a:xfrm>
          <a:prstGeom prst="leftBrace">
            <a:avLst/>
          </a:prstGeom>
          <a:ln w="28575">
            <a:solidFill>
              <a:schemeClr val="accent6">
                <a:lumMod val="75000"/>
              </a:schemeClr>
            </a:solidFill>
          </a:ln>
        </p:spPr>
        <p:style>
          <a:lnRef idx="1">
            <a:schemeClr val="accent2"/>
          </a:lnRef>
          <a:fillRef idx="0">
            <a:schemeClr val="accent2"/>
          </a:fillRef>
          <a:effectRef idx="0">
            <a:schemeClr val="accent2"/>
          </a:effectRef>
          <a:fontRef idx="minor">
            <a:schemeClr val="tx1"/>
          </a:fontRef>
        </p:style>
        <p:txBody>
          <a:bodyPr rtlCol="0" anchor="ctr"/>
          <a:lstStyle/>
          <a:p>
            <a:pPr algn="ctr"/>
            <a:endParaRPr lang="en-CN"/>
          </a:p>
        </p:txBody>
      </p:sp>
      <p:sp>
        <p:nvSpPr>
          <p:cNvPr id="11" name="TextBox 10">
            <a:extLst>
              <a:ext uri="{FF2B5EF4-FFF2-40B4-BE49-F238E27FC236}">
                <a16:creationId xmlns:a16="http://schemas.microsoft.com/office/drawing/2014/main" id="{A15800D9-87BC-AE69-0D17-673A06B507C9}"/>
              </a:ext>
            </a:extLst>
          </p:cNvPr>
          <p:cNvSpPr txBox="1"/>
          <p:nvPr/>
        </p:nvSpPr>
        <p:spPr>
          <a:xfrm>
            <a:off x="112674" y="2869995"/>
            <a:ext cx="1356960" cy="369332"/>
          </a:xfrm>
          <a:prstGeom prst="rect">
            <a:avLst/>
          </a:prstGeom>
          <a:solidFill>
            <a:schemeClr val="accent6">
              <a:lumMod val="75000"/>
            </a:schemeClr>
          </a:solidFill>
          <a:ln>
            <a:noFill/>
          </a:ln>
        </p:spPr>
        <p:txBody>
          <a:bodyPr wrap="square" rtlCol="0">
            <a:spAutoFit/>
          </a:bodyPr>
          <a:lstStyle/>
          <a:p>
            <a:r>
              <a:rPr lang="en-CN" dirty="0">
                <a:solidFill>
                  <a:schemeClr val="bg1"/>
                </a:solidFill>
                <a:latin typeface="Cavolini" panose="03000502040302020204" pitchFamily="66" charset="0"/>
                <a:ea typeface="BM JUA OTF" panose="02020603020101020101" pitchFamily="18" charset="-127"/>
                <a:cs typeface="Cavolini" panose="03000502040302020204" pitchFamily="66" charset="0"/>
              </a:rPr>
              <a:t>Features</a:t>
            </a:r>
          </a:p>
        </p:txBody>
      </p:sp>
    </p:spTree>
    <p:extLst>
      <p:ext uri="{BB962C8B-B14F-4D97-AF65-F5344CB8AC3E}">
        <p14:creationId xmlns:p14="http://schemas.microsoft.com/office/powerpoint/2010/main" val="3242362518"/>
      </p:ext>
    </p:extLst>
  </p:cSld>
  <p:clrMapOvr>
    <a:masterClrMapping/>
  </p:clrMapOvr>
  <mc:AlternateContent xmlns:mc="http://schemas.openxmlformats.org/markup-compatibility/2006">
    <mc:Choice xmlns:p14="http://schemas.microsoft.com/office/powerpoint/2010/main" Requires="p14">
      <p:transition spd="slow" p14:dur="2000" advTm="34168"/>
    </mc:Choice>
    <mc:Fallback>
      <p:transition spd="slow" advTm="34168"/>
    </mc:Fallback>
  </mc:AlternateContent>
  <p:extLst>
    <p:ext uri="{3A86A75C-4F4B-4683-9AE1-C65F6400EC91}">
      <p14:laserTraceLst xmlns:p14="http://schemas.microsoft.com/office/powerpoint/2010/main">
        <p14:tracePtLst>
          <p14:tracePt t="9961" x="1347788" y="4724400"/>
          <p14:tracePt t="10006" x="1357313" y="4732338"/>
          <p14:tracePt t="10024" x="1379538" y="4746625"/>
          <p14:tracePt t="10025" x="1401763" y="4746625"/>
          <p14:tracePt t="10038" x="1465263" y="4746625"/>
          <p14:tracePt t="10040" x="1477963" y="4746625"/>
          <p14:tracePt t="10052" x="1554163" y="4746625"/>
          <p14:tracePt t="10053" x="1562100" y="4746625"/>
          <p14:tracePt t="10066" x="1652588" y="4710113"/>
          <p14:tracePt t="10068" x="1660525" y="4710113"/>
          <p14:tracePt t="10084" x="1704975" y="4679950"/>
          <p14:tracePt t="10085" x="1704975" y="4670425"/>
          <p14:tracePt t="10098" x="1714500" y="4656138"/>
          <p14:tracePt t="10114" x="1714500" y="4648200"/>
          <p14:tracePt t="10129" x="1692275" y="4625975"/>
          <p14:tracePt t="10148" x="1616075" y="4581525"/>
          <p14:tracePt t="10162" x="1554163" y="4562475"/>
          <p14:tracePt t="10163" x="1539875" y="4549775"/>
          <p14:tracePt t="10179" x="1487488" y="4549775"/>
          <p14:tracePt t="10196" x="1465263" y="4562475"/>
          <p14:tracePt t="10209" x="1455738" y="4572000"/>
          <p14:tracePt t="10224" x="1455738" y="4616450"/>
          <p14:tracePt t="10225" x="1455738" y="4625975"/>
          <p14:tracePt t="10239" x="1500188" y="4679950"/>
          <p14:tracePt t="10241" x="1500188" y="4692650"/>
          <p14:tracePt t="10260" x="1562100" y="4746625"/>
          <p14:tracePt t="10260" x="1608138" y="4764088"/>
          <p14:tracePt t="10261" x="1616075" y="4764088"/>
          <p14:tracePt t="10261" x="1616075" y="4776788"/>
          <p14:tracePt t="10275" x="1736725" y="4822825"/>
          <p14:tracePt t="10275" x="1746250" y="4822825"/>
          <p14:tracePt t="10290" x="1906588" y="4840288"/>
          <p14:tracePt t="10291" x="1919288" y="4840288"/>
          <p14:tracePt t="10306" x="2093913" y="4852988"/>
          <p14:tracePt t="10307" x="2111375" y="4852988"/>
          <p14:tracePt t="10325" x="2241550" y="4830763"/>
          <p14:tracePt t="10325" x="2286000" y="4830763"/>
          <p14:tracePt t="10338" x="2330450" y="4808538"/>
          <p14:tracePt t="10339" x="2339975" y="4808538"/>
          <p14:tracePt t="10353" x="2347913" y="4786313"/>
          <p14:tracePt t="10374" x="2339975" y="4764088"/>
          <p14:tracePt t="10375" x="2330450" y="4746625"/>
          <p14:tracePt t="10391" x="2295525" y="4692650"/>
          <p14:tracePt t="10410" x="2286000" y="4679950"/>
          <p14:tracePt t="10411" x="2232025" y="4603750"/>
          <p14:tracePt t="10412" x="2232025" y="4594225"/>
          <p14:tracePt t="10412" x="2224088" y="4594225"/>
          <p14:tracePt t="10425" x="2187575" y="4549775"/>
          <p14:tracePt t="10426" x="2179638" y="4549775"/>
          <p14:tracePt t="10440" x="2133600" y="4510088"/>
          <p14:tracePt t="10459" x="2111375" y="4487863"/>
          <p14:tracePt t="10460" x="2103438" y="4487863"/>
          <p14:tracePt t="10461" x="2093913" y="4487863"/>
          <p14:tracePt t="10473" x="2093913" y="4473575"/>
          <p14:tracePt t="10491" x="2081213" y="4473575"/>
          <p14:tracePt t="10518" x="2071688" y="4465638"/>
          <p14:tracePt t="10521" x="2058988" y="4465638"/>
          <p14:tracePt t="10533" x="2036763" y="4465638"/>
          <p14:tracePt t="10534" x="2027238" y="4465638"/>
          <p14:tracePt t="10551" x="1973263" y="4451350"/>
          <p14:tracePt t="10564" x="1928813" y="4451350"/>
          <p14:tracePt t="10581" x="1866900" y="4441825"/>
          <p14:tracePt t="10594" x="1822450" y="4451350"/>
          <p14:tracePt t="10612" x="1776413" y="4473575"/>
          <p14:tracePt t="10627" x="1758950" y="4495800"/>
          <p14:tracePt t="10648" x="1758950" y="4549775"/>
          <p14:tracePt t="10664" x="1758950" y="4603750"/>
          <p14:tracePt t="10664" x="1768475" y="4603750"/>
          <p14:tracePt t="10679" x="1798638" y="4648200"/>
          <p14:tracePt t="10696" x="1852613" y="4692650"/>
          <p14:tracePt t="10696" x="1866900" y="4692650"/>
          <p14:tracePt t="10697" x="1874838" y="4702175"/>
          <p14:tracePt t="10710" x="1965325" y="4732338"/>
          <p14:tracePt t="10728" x="2103438" y="4764088"/>
          <p14:tracePt t="10729" x="2111375" y="4764088"/>
          <p14:tracePt t="10745" x="2125663" y="4764088"/>
          <p14:tracePt t="10745" x="2241550" y="4776788"/>
          <p14:tracePt t="10746" x="2254250" y="4776788"/>
          <p14:tracePt t="10761" x="2317750" y="4776788"/>
          <p14:tracePt t="10780" x="2347913" y="4754563"/>
          <p14:tracePt t="10829" x="2347913" y="4746625"/>
          <p14:tracePt t="10840" x="2339975" y="4732338"/>
          <p14:tracePt t="10873" x="2339975" y="4724400"/>
          <p14:tracePt t="10874" x="2330450" y="4724400"/>
          <p14:tracePt t="10900" x="2330450" y="4710113"/>
          <p14:tracePt t="10928" x="2330450" y="4702175"/>
          <p14:tracePt t="11164" x="2330450" y="4692650"/>
          <p14:tracePt t="11447" x="2330450" y="4679950"/>
          <p14:tracePt t="11482" x="2330450" y="4670425"/>
          <p14:tracePt t="16785" x="2330450" y="4656138"/>
          <p14:tracePt t="16797" x="2330450" y="4648200"/>
          <p14:tracePt t="16812" x="2317750" y="4625975"/>
          <p14:tracePt t="16826" x="2317750" y="4616450"/>
          <p14:tracePt t="16844" x="2308225" y="4603750"/>
          <p14:tracePt t="16858" x="2308225" y="4594225"/>
          <p14:tracePt t="16875" x="2308225" y="4581525"/>
          <p14:tracePt t="16896" x="2295525" y="4572000"/>
          <p14:tracePt t="16952" x="2295525" y="4562475"/>
          <p14:tracePt t="16992" x="2286000" y="4562475"/>
          <p14:tracePt t="17019" x="2276475" y="4549775"/>
          <p14:tracePt t="17032" x="2254250" y="4540250"/>
          <p14:tracePt t="17054" x="2232025" y="4527550"/>
          <p14:tracePt t="17054" x="2224088" y="4518025"/>
          <p14:tracePt t="17068" x="2209800" y="4518025"/>
          <p14:tracePt t="17083" x="2187575" y="4510088"/>
          <p14:tracePt t="17267" x="2201863" y="4510088"/>
          <p14:tracePt t="17278" x="2201863" y="4495800"/>
          <p14:tracePt t="17291" x="2209800" y="4495800"/>
          <p14:tracePt t="17309" x="2241550" y="4487863"/>
          <p14:tracePt t="17327" x="2263775" y="4473575"/>
          <p14:tracePt t="17327" x="2276475" y="4473575"/>
          <p14:tracePt t="17341" x="2286000" y="4473575"/>
          <p14:tracePt t="17355" x="2308225" y="4473575"/>
          <p14:tracePt t="17373" x="2317750" y="4473575"/>
          <p14:tracePt t="18006" x="2330450" y="4465638"/>
          <p14:tracePt t="18024" x="2362200" y="4465638"/>
          <p14:tracePt t="18024" x="2393950" y="4465638"/>
          <p14:tracePt t="18025" x="2406650" y="4465638"/>
          <p14:tracePt t="18038" x="2500313" y="4473575"/>
          <p14:tracePt t="18058" x="2620963" y="4487863"/>
          <p14:tracePt t="18058" x="2674938" y="4487863"/>
          <p14:tracePt t="18059" x="2682875" y="4495800"/>
          <p14:tracePt t="18071" x="2773363" y="4510088"/>
          <p14:tracePt t="18072" x="2781300" y="4510088"/>
          <p14:tracePt t="18092" x="2847975" y="4518025"/>
          <p14:tracePt t="18092" x="2879725" y="4518025"/>
          <p14:tracePt t="18108" x="2911475" y="4518025"/>
          <p14:tracePt t="18121" x="2919413" y="4518025"/>
          <p14:tracePt t="18202" x="2911475" y="4518025"/>
          <p14:tracePt t="18214" x="2901950" y="4518025"/>
          <p14:tracePt t="18230" x="2847975" y="4510088"/>
          <p14:tracePt t="18245" x="2773363" y="4495800"/>
          <p14:tracePt t="18260" x="2674938" y="4487863"/>
          <p14:tracePt t="18261" x="2665413" y="4487863"/>
          <p14:tracePt t="18277" x="2522538" y="4465638"/>
          <p14:tracePt t="18278" x="2513013" y="4465638"/>
          <p14:tracePt t="18293" x="2347913" y="4451350"/>
          <p14:tracePt t="18293" x="2339975" y="4451350"/>
          <p14:tracePt t="18311" x="2187575" y="4451350"/>
          <p14:tracePt t="18312" x="2179638" y="4451350"/>
          <p14:tracePt t="18325" x="2093913" y="4451350"/>
          <p14:tracePt t="18327" x="2071688" y="4451350"/>
          <p14:tracePt t="18342" x="2005013" y="4451350"/>
          <p14:tracePt t="18358" x="1982788" y="4451350"/>
          <p14:tracePt t="18408" x="1965325" y="4465638"/>
          <p14:tracePt t="18422" x="1928813" y="4473575"/>
          <p14:tracePt t="18423" x="1919288" y="4473575"/>
          <p14:tracePt t="18425" x="1906588" y="4473575"/>
          <p14:tracePt t="18438" x="1844675" y="4487863"/>
          <p14:tracePt t="18440" x="1835150" y="4487863"/>
          <p14:tracePt t="18454" x="1714500" y="4495800"/>
          <p14:tracePt t="18472" x="1593850" y="4495800"/>
          <p14:tracePt t="18473" x="1539875" y="4495800"/>
          <p14:tracePt t="18473" x="1531938" y="4495800"/>
          <p14:tracePt t="18485" x="1423988" y="4495800"/>
          <p14:tracePt t="18498" x="1325563" y="4487863"/>
          <p14:tracePt t="18499" x="1317625" y="4487863"/>
          <p14:tracePt t="18500" x="1303338" y="4487863"/>
          <p14:tracePt t="18501" x="1295400" y="4487863"/>
          <p14:tracePt t="18518" x="1273175" y="4487863"/>
          <p14:tracePt t="18518" x="1204913" y="4465638"/>
          <p14:tracePt t="18531" x="1187450" y="4451350"/>
          <p14:tracePt t="18532" x="1174750" y="4451350"/>
          <p14:tracePt t="18560" x="1165225" y="4451350"/>
          <p14:tracePt t="18592" x="1165225" y="4473575"/>
          <p14:tracePt t="18593" x="1165225" y="4495800"/>
          <p14:tracePt t="18593" x="1165225" y="4510088"/>
          <p14:tracePt t="18607" x="1165225" y="4540250"/>
          <p14:tracePt t="18623" x="1174750" y="4594225"/>
          <p14:tracePt t="18641" x="1204913" y="4648200"/>
          <p14:tracePt t="18654" x="1263650" y="4692650"/>
          <p14:tracePt t="18675" x="1325563" y="4732338"/>
          <p14:tracePt t="18676" x="1370013" y="4746625"/>
          <p14:tracePt t="18676" x="1379538" y="4746625"/>
          <p14:tracePt t="18689" x="1446213" y="4754563"/>
          <p14:tracePt t="18710" x="1539875" y="4754563"/>
          <p14:tracePt t="18710" x="1554163" y="4754563"/>
          <p14:tracePt t="18724" x="1593850" y="4732338"/>
          <p14:tracePt t="18725" x="1593850" y="4724400"/>
          <p14:tracePt t="18726" x="1608138" y="4724400"/>
          <p14:tracePt t="18743" x="1630363" y="4679950"/>
          <p14:tracePt t="18743" x="1630363" y="4670425"/>
          <p14:tracePt t="18756" x="1638300" y="4625975"/>
          <p14:tracePt t="18776" x="1608138" y="4572000"/>
          <p14:tracePt t="18777" x="1608138" y="4562475"/>
          <p14:tracePt t="18789" x="1576388" y="4527550"/>
          <p14:tracePt t="18790" x="1562100" y="4518025"/>
          <p14:tracePt t="18810" x="1465263" y="4465638"/>
          <p14:tracePt t="18822" x="1357313" y="4419600"/>
          <p14:tracePt t="18823" x="1347788" y="4419600"/>
          <p14:tracePt t="18840" x="1152525" y="4367213"/>
          <p14:tracePt t="18840" x="1143000" y="4367213"/>
          <p14:tracePt t="18855" x="950913" y="4335463"/>
          <p14:tracePt t="18874" x="785813" y="4335463"/>
          <p14:tracePt t="18875" x="709613" y="4335463"/>
          <p14:tracePt t="18893" x="615950" y="4344988"/>
          <p14:tracePt t="18894" x="571500" y="4367213"/>
          <p14:tracePt t="18894" x="561975" y="4367213"/>
          <p14:tracePt t="18908" x="517525" y="4397375"/>
          <p14:tracePt t="18909" x="509588" y="4411663"/>
          <p14:tracePt t="18924" x="495300" y="4441825"/>
          <p14:tracePt t="18925" x="495300" y="4451350"/>
          <p14:tracePt t="18925" x="495300" y="4465638"/>
          <p14:tracePt t="18943" x="509588" y="4527550"/>
          <p14:tracePt t="18944" x="509588" y="4540250"/>
          <p14:tracePt t="18944" x="517525" y="4549775"/>
          <p14:tracePt t="18959" x="561975" y="4603750"/>
          <p14:tracePt t="18959" x="561975" y="4616450"/>
          <p14:tracePt t="18978" x="647700" y="4679950"/>
          <p14:tracePt t="18993" x="731838" y="4724400"/>
          <p14:tracePt t="18995" x="746125" y="4724400"/>
          <p14:tracePt t="19011" x="839788" y="4746625"/>
          <p14:tracePt t="19012" x="852488" y="4746625"/>
          <p14:tracePt t="19012" x="862013" y="4746625"/>
          <p14:tracePt t="19027" x="950913" y="4746625"/>
          <p14:tracePt t="19046" x="1036638" y="4732338"/>
          <p14:tracePt t="19063" x="1058863" y="4710113"/>
          <p14:tracePt t="19078" x="1058863" y="4656138"/>
          <p14:tracePt t="19095" x="1022350" y="4581525"/>
          <p14:tracePt t="19112" x="968375" y="4518025"/>
          <p14:tracePt t="19113" x="960438" y="4518025"/>
          <p14:tracePt t="19129" x="874713" y="4473575"/>
          <p14:tracePt t="19143" x="763588" y="4441825"/>
          <p14:tracePt t="19161" x="669925" y="4441825"/>
          <p14:tracePt t="19162" x="647700" y="4441825"/>
          <p14:tracePt t="19178" x="581025" y="4465638"/>
          <p14:tracePt t="19179" x="581025" y="4473575"/>
          <p14:tracePt t="19195" x="549275" y="4510088"/>
          <p14:tracePt t="19212" x="549275" y="4540250"/>
          <p14:tracePt t="19213" x="549275" y="4549775"/>
          <p14:tracePt t="19228" x="571500" y="4581525"/>
          <p14:tracePt t="19229" x="571500" y="4594225"/>
          <p14:tracePt t="19229" x="581025" y="4594225"/>
          <p14:tracePt t="19243" x="615950" y="4625975"/>
          <p14:tracePt t="19258" x="647700" y="4648200"/>
          <p14:tracePt t="19275" x="679450" y="4648200"/>
          <p14:tracePt t="19289" x="692150" y="4648200"/>
          <p14:tracePt t="23337" x="701675" y="4518025"/>
          <p14:tracePt t="23349" x="709613" y="4313238"/>
          <p14:tracePt t="23350" x="723900" y="4291013"/>
          <p14:tracePt t="23365" x="731838" y="3808413"/>
          <p14:tracePt t="23366" x="731838" y="3763963"/>
          <p14:tracePt t="23380" x="679450" y="3179763"/>
          <p14:tracePt t="23381" x="669925" y="3138488"/>
          <p14:tracePt t="23393" x="581025" y="2697163"/>
          <p14:tracePt t="23394" x="571500" y="2665413"/>
          <p14:tracePt t="23409" x="473075" y="2232025"/>
          <p14:tracePt t="23421" x="433388" y="2017713"/>
          <p14:tracePt t="23422" x="433388" y="2005013"/>
          <p14:tracePt t="23423" x="433388" y="1995488"/>
          <p14:tracePt t="23440" x="411163" y="1790700"/>
          <p14:tracePt t="23459" x="411163" y="1630363"/>
          <p14:tracePt t="23459" x="411163" y="1562100"/>
          <p14:tracePt t="23460" x="411163" y="1554163"/>
          <p14:tracePt t="23460" x="411163" y="1539875"/>
          <p14:tracePt t="23473" x="396875" y="1411288"/>
          <p14:tracePt t="23489" x="396875" y="1325563"/>
          <p14:tracePt t="23490" x="396875" y="1303338"/>
          <p14:tracePt t="23491" x="396875" y="1295400"/>
          <p14:tracePt t="23508" x="379413" y="1250950"/>
          <p14:tracePt t="23510" x="366713" y="1241425"/>
          <p14:tracePt t="23510" x="366713" y="1227138"/>
          <p14:tracePt t="23522" x="344488" y="1204913"/>
          <p14:tracePt t="23523" x="334963" y="1204913"/>
          <p14:tracePt t="23524" x="322263" y="1204913"/>
          <p14:tracePt t="23541" x="250825" y="1174750"/>
          <p14:tracePt t="23542" x="236538" y="1174750"/>
          <p14:tracePt t="23556" x="84138" y="1120775"/>
          <p14:tracePt t="23556" x="76200" y="1120775"/>
          <p14:tracePt t="23773" x="44450" y="4495800"/>
          <p14:tracePt t="23774" x="53975" y="4510088"/>
          <p14:tracePt t="23774" x="61913" y="4510088"/>
          <p14:tracePt t="23786" x="120650" y="4527550"/>
          <p14:tracePt t="23800" x="182563" y="4527550"/>
          <p14:tracePt t="23800" x="182563" y="4518025"/>
          <p14:tracePt t="23815" x="250825" y="4473575"/>
          <p14:tracePt t="23829" x="322263" y="4357688"/>
          <p14:tracePt t="23830" x="322263" y="4335463"/>
          <p14:tracePt t="23845" x="441325" y="4000500"/>
          <p14:tracePt t="23846" x="450850" y="3968750"/>
          <p14:tracePt t="23862" x="539750" y="3419475"/>
          <p14:tracePt t="23863" x="549275" y="3384550"/>
          <p14:tracePt t="23863" x="549275" y="3344863"/>
          <p14:tracePt t="23877" x="549275" y="2867025"/>
          <p14:tracePt t="23878" x="549275" y="2857500"/>
          <p14:tracePt t="23891" x="517525" y="2536825"/>
          <p14:tracePt t="23892" x="517525" y="2522538"/>
          <p14:tracePt t="23906" x="487363" y="2339975"/>
          <p14:tracePt t="23907" x="487363" y="2330450"/>
          <p14:tracePt t="23927" x="450850" y="2276475"/>
          <p14:tracePt t="23927" x="441325" y="2254250"/>
          <p14:tracePt t="23943" x="419100" y="2232025"/>
          <p14:tracePt t="23944" x="419100" y="2224088"/>
          <p14:tracePt t="23944" x="411163" y="2224088"/>
          <p14:tracePt t="23957" x="396875" y="2224088"/>
          <p14:tracePt t="23975" x="388938" y="2209800"/>
          <p14:tracePt t="23990" x="366713" y="2224088"/>
          <p14:tracePt t="23991" x="366713" y="2232025"/>
          <p14:tracePt t="24009" x="303213" y="2330450"/>
          <p14:tracePt t="24010" x="303213" y="2339975"/>
          <p14:tracePt t="24024" x="290513" y="2347913"/>
          <p14:tracePt t="24025" x="227013" y="2554288"/>
          <p14:tracePt t="24042" x="98425" y="3032125"/>
          <p14:tracePt t="24043" x="84138" y="3049588"/>
          <p14:tracePt t="24057" x="0" y="3549650"/>
          <p14:tracePt t="24099" x="44450" y="4357688"/>
          <p14:tracePt t="24111" x="76200" y="4411663"/>
          <p14:tracePt t="24111" x="84138" y="4411663"/>
          <p14:tracePt t="24112" x="84138" y="4419600"/>
          <p14:tracePt t="24113" x="98425" y="4419600"/>
          <p14:tracePt t="24125" x="152400" y="4451350"/>
          <p14:tracePt t="24144" x="236538" y="4465638"/>
          <p14:tracePt t="24156" x="312738" y="4419600"/>
          <p14:tracePt t="24174" x="441325" y="4313238"/>
          <p14:tracePt t="24189" x="593725" y="4121150"/>
          <p14:tracePt t="24190" x="603250" y="4098925"/>
          <p14:tracePt t="24206" x="776288" y="3773488"/>
          <p14:tracePt t="24221" x="884238" y="3429000"/>
          <p14:tracePt t="24221" x="893763" y="3406775"/>
          <p14:tracePt t="24241" x="938213" y="3160713"/>
          <p14:tracePt t="24242" x="950913" y="3049588"/>
          <p14:tracePt t="24254" x="950913" y="2965450"/>
          <p14:tracePt t="24274" x="928688" y="2933700"/>
          <p14:tracePt t="24291" x="884238" y="2933700"/>
          <p14:tracePt t="24291" x="874713" y="2933700"/>
          <p14:tracePt t="24306" x="822325" y="2933700"/>
          <p14:tracePt t="24306" x="808038" y="2933700"/>
          <p14:tracePt t="24326" x="763588" y="2955925"/>
          <p14:tracePt t="24327" x="746125" y="2965450"/>
          <p14:tracePt t="24343" x="709613" y="3009900"/>
          <p14:tracePt t="24356" x="692150" y="3062288"/>
          <p14:tracePt t="24357" x="692150" y="3071813"/>
          <p14:tracePt t="24377" x="669925" y="3192463"/>
          <p14:tracePt t="24390" x="669925" y="3236913"/>
          <p14:tracePt t="24391" x="669925" y="3246438"/>
          <p14:tracePt t="24408" x="679450" y="3268663"/>
          <p14:tracePt t="24440" x="701675" y="3268663"/>
          <p14:tracePt t="24453" x="709613" y="3268663"/>
          <p14:tracePt t="24504" x="709613" y="3254375"/>
          <p14:tracePt t="24517" x="723900" y="3246438"/>
          <p14:tracePt t="24532" x="776288" y="3160713"/>
          <p14:tracePt t="24532" x="785813" y="3148013"/>
          <p14:tracePt t="24547" x="830263" y="3017838"/>
          <p14:tracePt t="24548" x="830263" y="3009900"/>
          <p14:tracePt t="24549" x="830263" y="2995613"/>
          <p14:tracePt t="24562" x="852488" y="2879725"/>
          <p14:tracePt t="24563" x="852488" y="2867025"/>
          <p14:tracePt t="24564" x="862013" y="2857500"/>
          <p14:tracePt t="24578" x="884238" y="2736850"/>
          <p14:tracePt t="24592" x="884238" y="2727325"/>
          <p14:tracePt t="24592" x="928688" y="2608263"/>
          <p14:tracePt t="24593" x="938213" y="2598738"/>
          <p14:tracePt t="24594" x="938213" y="2589213"/>
          <p14:tracePt t="24608" x="1012825" y="2468563"/>
          <p14:tracePt t="24609" x="1022350" y="2460625"/>
          <p14:tracePt t="24626" x="1152525" y="2308225"/>
          <p14:tracePt t="24627" x="1165225" y="2295525"/>
          <p14:tracePt t="24627" x="1174750" y="2286000"/>
          <p14:tracePt t="24641" x="1325563" y="2147888"/>
          <p14:tracePt t="24656" x="1539875" y="2005013"/>
          <p14:tracePt t="24657" x="1562100" y="1995488"/>
          <p14:tracePt t="24658" x="1584325" y="1982788"/>
          <p14:tracePt t="24659" x="1593850" y="1973263"/>
          <p14:tracePt t="24672" x="1790700" y="1852613"/>
          <p14:tracePt t="24673" x="1798638" y="1852613"/>
          <p14:tracePt t="24674" x="1812925" y="1844675"/>
          <p14:tracePt t="24674" x="1822450" y="1844675"/>
          <p14:tracePt t="24688" x="1928813" y="1790700"/>
          <p14:tracePt t="24691" x="1941513" y="1776413"/>
          <p14:tracePt t="24719" x="1951038" y="1776413"/>
          <p14:tracePt t="24755" x="1941513" y="1790700"/>
          <p14:tracePt t="24802" x="1928813" y="1798638"/>
          <p14:tracePt t="24817" x="1928813" y="1812925"/>
          <p14:tracePt t="24831" x="1919288" y="1822450"/>
          <p14:tracePt t="24906" x="1906588" y="1844675"/>
          <p14:tracePt t="24924" x="1897063" y="1874838"/>
          <p14:tracePt t="24925" x="1889125" y="1919288"/>
          <p14:tracePt t="24938" x="1844675" y="2027238"/>
          <p14:tracePt t="24953" x="1776413" y="2165350"/>
          <p14:tracePt t="24973" x="1714500" y="2384425"/>
          <p14:tracePt t="24974" x="1682750" y="2500313"/>
          <p14:tracePt t="24974" x="1670050" y="2522538"/>
          <p14:tracePt t="24994" x="1608138" y="2813050"/>
          <p14:tracePt t="24994" x="1562100" y="3017838"/>
          <p14:tracePt t="24995" x="1554163" y="3049588"/>
          <p14:tracePt t="24996" x="1554163" y="3071813"/>
          <p14:tracePt t="24996" x="1554163" y="3084513"/>
          <p14:tracePt t="25009" x="1500188" y="3451225"/>
          <p14:tracePt t="25010" x="1500188" y="3482975"/>
          <p14:tracePt t="25023" x="1477963" y="3795713"/>
          <p14:tracePt t="25041" x="1509713" y="3990975"/>
          <p14:tracePt t="25041" x="1531938" y="4062413"/>
          <p14:tracePt t="25042" x="1539875" y="4076700"/>
          <p14:tracePt t="25042" x="1539875" y="4084638"/>
          <p14:tracePt t="25055" x="1593850" y="4130675"/>
          <p14:tracePt t="25055" x="1593850" y="4138613"/>
          <p14:tracePt t="25056" x="1608138" y="4138613"/>
          <p14:tracePt t="25057" x="1616075" y="4138613"/>
          <p14:tracePt t="25074" x="1704975" y="4152900"/>
          <p14:tracePt t="25074" x="1714500" y="4152900"/>
          <p14:tracePt t="25089" x="1812925" y="4130675"/>
          <p14:tracePt t="25090" x="1822450" y="4130675"/>
          <p14:tracePt t="25091" x="1835150" y="4130675"/>
          <p14:tracePt t="25107" x="1973263" y="4054475"/>
          <p14:tracePt t="25108" x="1982788" y="4044950"/>
          <p14:tracePt t="25109" x="1995488" y="4044950"/>
          <p14:tracePt t="25110" x="1995488" y="4032250"/>
          <p14:tracePt t="25122" x="2133600" y="3902075"/>
          <p14:tracePt t="25123" x="2133600" y="3894138"/>
          <p14:tracePt t="25124" x="2155825" y="3870325"/>
          <p14:tracePt t="25125" x="2165350" y="3862388"/>
          <p14:tracePt t="25140" x="2295525" y="3633788"/>
          <p14:tracePt t="25140" x="2308225" y="3611563"/>
          <p14:tracePt t="25154" x="2370138" y="3375025"/>
          <p14:tracePt t="25155" x="2370138" y="3352800"/>
          <p14:tracePt t="25155" x="2384425" y="3330575"/>
          <p14:tracePt t="25168" x="2393950" y="3094038"/>
          <p14:tracePt t="25184" x="2347913" y="2803525"/>
          <p14:tracePt t="25198" x="2276475" y="2620963"/>
          <p14:tracePt t="25214" x="2209800" y="2522538"/>
          <p14:tracePt t="25215" x="2201863" y="2522538"/>
          <p14:tracePt t="25215" x="2201863" y="2513013"/>
          <p14:tracePt t="25229" x="2133600" y="2478088"/>
          <p14:tracePt t="25230" x="2133600" y="2468563"/>
          <p14:tracePt t="25244" x="2081213" y="2460625"/>
          <p14:tracePt t="25258" x="2027238" y="2446338"/>
          <p14:tracePt t="25277" x="1973263" y="2460625"/>
          <p14:tracePt t="25277" x="1965325" y="2460625"/>
          <p14:tracePt t="25290" x="1919288" y="2468563"/>
          <p14:tracePt t="25309" x="1866900" y="2513013"/>
          <p14:tracePt t="25310" x="1852613" y="2522538"/>
          <p14:tracePt t="25324" x="1798638" y="2576513"/>
          <p14:tracePt t="25325" x="1790700" y="2576513"/>
          <p14:tracePt t="25326" x="1776413" y="2589213"/>
          <p14:tracePt t="25340" x="1714500" y="2682875"/>
          <p14:tracePt t="25341" x="1704975" y="2705100"/>
          <p14:tracePt t="25342" x="1704975" y="2719388"/>
          <p14:tracePt t="25356" x="1630363" y="2889250"/>
          <p14:tracePt t="25357" x="1630363" y="2911475"/>
          <p14:tracePt t="25373" x="1562100" y="3125788"/>
          <p14:tracePt t="25373" x="1562100" y="3148013"/>
          <p14:tracePt t="25375" x="1562100" y="3170238"/>
          <p14:tracePt t="25376" x="1554163" y="3214688"/>
          <p14:tracePt t="25388" x="1531938" y="3384550"/>
          <p14:tracePt t="25389" x="1531938" y="3397250"/>
          <p14:tracePt t="25390" x="1531938" y="3406775"/>
          <p14:tracePt t="25391" x="1531938" y="3429000"/>
          <p14:tracePt t="25392" x="1531938" y="3451225"/>
          <p14:tracePt t="25410" x="1539875" y="3567113"/>
          <p14:tracePt t="25410" x="1554163" y="3603625"/>
          <p14:tracePt t="25411" x="1554163" y="3611563"/>
          <p14:tracePt t="25411" x="1554163" y="3621088"/>
          <p14:tracePt t="25424" x="1576388" y="3665538"/>
          <p14:tracePt t="25425" x="1576388" y="3679825"/>
          <p14:tracePt t="25441" x="1593850" y="3719513"/>
          <p14:tracePt t="25456" x="1616075" y="3741738"/>
          <p14:tracePt t="25974" x="1608138" y="3741738"/>
          <p14:tracePt t="25991" x="1608138" y="3751263"/>
          <p14:tracePt t="25992" x="1608138" y="3763963"/>
          <p14:tracePt t="26019" x="1593850" y="3763963"/>
          <p14:tracePt t="26140" x="1593850" y="3751263"/>
          <p14:tracePt t="26151" x="1608138" y="3709988"/>
          <p14:tracePt t="26168" x="1630363" y="3581400"/>
          <p14:tracePt t="26169" x="1630363" y="3567113"/>
          <p14:tracePt t="26181" x="1638300" y="3406775"/>
          <p14:tracePt t="26181" x="1652588" y="3406775"/>
          <p14:tracePt t="26197" x="1660525" y="3179763"/>
          <p14:tracePt t="26198" x="1660525" y="3170238"/>
          <p14:tracePt t="26199" x="1660525" y="3160713"/>
          <p14:tracePt t="26211" x="1638300" y="2987675"/>
          <p14:tracePt t="26212" x="1638300" y="2978150"/>
          <p14:tracePt t="26213" x="1638300" y="2965450"/>
          <p14:tracePt t="26226" x="1608138" y="2803525"/>
          <p14:tracePt t="26226" x="1608138" y="2795588"/>
          <p14:tracePt t="26243" x="1576388" y="2652713"/>
          <p14:tracePt t="26243" x="1576388" y="2643188"/>
          <p14:tracePt t="26258" x="1539875" y="2544763"/>
          <p14:tracePt t="26260" x="1539875" y="2536825"/>
          <p14:tracePt t="26275" x="1509713" y="2468563"/>
          <p14:tracePt t="26293" x="1500188" y="2438400"/>
          <p14:tracePt t="26399" x="1500188" y="2424113"/>
          <p14:tracePt t="26469" x="1487488" y="2406650"/>
          <p14:tracePt t="26480" x="1500188" y="2393950"/>
          <p14:tracePt t="26496" x="1500188" y="2370138"/>
          <p14:tracePt t="26511" x="1500188" y="2347913"/>
          <p14:tracePt t="26513" x="1500188" y="2339975"/>
          <p14:tracePt t="26526" x="1509713" y="2330450"/>
          <p14:tracePt t="26541" x="1522413" y="2308225"/>
          <p14:tracePt t="26574" x="1531938" y="2295525"/>
          <p14:tracePt t="26574" x="1531938" y="2286000"/>
          <p14:tracePt t="29535" x="1562100" y="2295525"/>
          <p14:tracePt t="29550" x="1630363" y="2308225"/>
          <p14:tracePt t="29568" x="1638300" y="2308225"/>
          <p14:tracePt t="29569" x="1746250" y="2317750"/>
          <p14:tracePt t="29569" x="1746250" y="2330450"/>
          <p14:tracePt t="29582" x="1835150" y="2330450"/>
          <p14:tracePt t="29582" x="1844675" y="2339975"/>
          <p14:tracePt t="29598" x="1951038" y="2347913"/>
          <p14:tracePt t="29614" x="2036763" y="2362200"/>
          <p14:tracePt t="29615" x="2049463" y="2362200"/>
          <p14:tracePt t="29616" x="2058988" y="2362200"/>
          <p14:tracePt t="29629" x="2125663" y="2384425"/>
          <p14:tracePt t="29642" x="2179638" y="2384425"/>
          <p14:tracePt t="29657" x="2224088" y="2393950"/>
          <p14:tracePt t="29676" x="2254250" y="2406650"/>
          <p14:tracePt t="29677" x="2263775" y="2406650"/>
          <p14:tracePt t="29677" x="2276475" y="2406650"/>
          <p14:tracePt t="29690" x="2295525" y="2416175"/>
          <p14:tracePt t="29707" x="2317750" y="2424113"/>
          <p14:tracePt t="29709" x="2330450" y="2424113"/>
          <p14:tracePt t="29722" x="2362200" y="2438400"/>
          <p14:tracePt t="29736" x="2384425" y="2446338"/>
          <p14:tracePt t="29750" x="2393950" y="2446338"/>
          <p14:tracePt t="29764" x="2416175" y="2460625"/>
          <p14:tracePt t="29783" x="2424113" y="2460625"/>
          <p14:tracePt t="29809" x="2438400" y="2468563"/>
          <p14:tracePt t="29892" x="2438400" y="2478088"/>
          <p14:tracePt t="29910" x="2438400" y="2500313"/>
          <p14:tracePt t="29910" x="2438400" y="2513013"/>
          <p14:tracePt t="29923" x="2446338" y="2536825"/>
          <p14:tracePt t="29942" x="2460625" y="2576513"/>
          <p14:tracePt t="29944" x="2460625" y="2589213"/>
          <p14:tracePt t="29964" x="2460625" y="2620963"/>
          <p14:tracePt t="29965" x="2468563" y="2630488"/>
          <p14:tracePt t="29977" x="2468563" y="2643188"/>
          <p14:tracePt t="29993" x="2468563" y="2652713"/>
          <p14:tracePt t="30021" x="2468563" y="2665413"/>
          <p14:tracePt t="30047" x="2460625" y="2665413"/>
          <p14:tracePt t="30048" x="2460625" y="2674938"/>
          <p14:tracePt t="30074" x="2446338" y="2674938"/>
          <p14:tracePt t="30145" x="2438400" y="2674938"/>
          <p14:tracePt t="30302" x="2446338" y="2674938"/>
          <p14:tracePt t="30328" x="2460625" y="2674938"/>
          <p14:tracePt t="30328" x="2468563" y="2674938"/>
          <p14:tracePt t="30342" x="2478088" y="2674938"/>
          <p14:tracePt t="30361" x="2490788" y="2674938"/>
          <p14:tracePt t="30361" x="2500313" y="2674938"/>
          <p14:tracePt t="30378" x="2513013" y="2674938"/>
          <p14:tracePt t="30392" x="2522538" y="2674938"/>
          <p14:tracePt t="30917" x="2536825" y="2674938"/>
          <p14:tracePt t="30933" x="2554288" y="2674938"/>
          <p14:tracePt t="30946" x="2576513" y="2665413"/>
          <p14:tracePt t="30962" x="2598738" y="2665413"/>
          <p14:tracePt t="30964" x="2608263" y="2665413"/>
          <p14:tracePt t="30977" x="2630488" y="2665413"/>
          <p14:tracePt t="30991" x="2652713" y="2665413"/>
          <p14:tracePt t="31007" x="2674938" y="2665413"/>
          <p14:tracePt t="31027" x="2697163" y="2665413"/>
          <p14:tracePt t="31028" x="2705100" y="2665413"/>
          <p14:tracePt t="31045" x="2727325" y="2665413"/>
          <p14:tracePt t="31072" x="2736850" y="2665413"/>
          <p14:tracePt t="31250" x="2719388" y="2674938"/>
          <p14:tracePt t="31262" x="2682875" y="2682875"/>
          <p14:tracePt t="31278" x="2620963" y="2705100"/>
          <p14:tracePt t="31293" x="2522538" y="2727325"/>
          <p14:tracePt t="31294" x="2513013" y="2727325"/>
          <p14:tracePt t="31308" x="2416175" y="2751138"/>
          <p14:tracePt t="31322" x="2406650" y="2751138"/>
          <p14:tracePt t="31323" x="2295525" y="2773363"/>
          <p14:tracePt t="31323" x="2286000" y="2773363"/>
          <p14:tracePt t="31344" x="2201863" y="2781300"/>
          <p14:tracePt t="31344" x="2179638" y="2781300"/>
          <p14:tracePt t="31345" x="2165350" y="2781300"/>
          <p14:tracePt t="31360" x="2133600" y="2795588"/>
          <p14:tracePt t="31374" x="2125663" y="2795588"/>
          <p14:tracePt t="31446" x="2111375" y="2803525"/>
          <p14:tracePt t="31457" x="2103438" y="2813050"/>
          <p14:tracePt t="31474" x="2081213" y="2835275"/>
          <p14:tracePt t="31492" x="2049463" y="2857500"/>
          <p14:tracePt t="31494" x="2036763" y="2857500"/>
          <p14:tracePt t="31507" x="2027238" y="2879725"/>
          <p14:tracePt t="31531" x="2017713" y="2889250"/>
          <p14:tracePt t="31532" x="1982788" y="2933700"/>
          <p14:tracePt t="31533" x="1982788" y="2941638"/>
          <p14:tracePt t="31545" x="1965325" y="2965450"/>
          <p14:tracePt t="31546" x="1965325" y="2978150"/>
          <p14:tracePt t="31561" x="1941513" y="3017838"/>
          <p14:tracePt t="31562" x="1928813" y="3017838"/>
          <p14:tracePt t="31576" x="1906588" y="3062288"/>
          <p14:tracePt t="31578" x="1906588" y="3071813"/>
          <p14:tracePt t="31591" x="1889125" y="3116263"/>
          <p14:tracePt t="31610" x="1866900" y="3170238"/>
          <p14:tracePt t="31626" x="1844675" y="3214688"/>
          <p14:tracePt t="31644" x="1835150" y="3268663"/>
          <p14:tracePt t="31657" x="1835150" y="3330575"/>
          <p14:tracePt t="31658" x="1835150" y="3344863"/>
          <p14:tracePt t="31669" x="1835150" y="3419475"/>
          <p14:tracePt t="31684" x="1844675" y="3527425"/>
          <p14:tracePt t="31689" x="1852613" y="3567113"/>
          <p14:tracePt t="31703" x="1874838" y="3656013"/>
          <p14:tracePt t="31703" x="1874838" y="3665538"/>
          <p14:tracePt t="31704" x="1874838" y="3679825"/>
          <p14:tracePt t="31723" x="1906588" y="3741738"/>
          <p14:tracePt t="31724" x="1919288" y="3763963"/>
          <p14:tracePt t="31741" x="1965325" y="3817938"/>
          <p14:tracePt t="31757" x="2005013" y="3862388"/>
          <p14:tracePt t="31757" x="2017713" y="3862388"/>
          <p14:tracePt t="31772" x="2071688" y="3894138"/>
          <p14:tracePt t="31790" x="2133600" y="3924300"/>
          <p14:tracePt t="31790" x="2147888" y="3924300"/>
          <p14:tracePt t="31804" x="2187575" y="3938588"/>
          <p14:tracePt t="31805" x="2201863" y="3938588"/>
          <p14:tracePt t="31825" x="2241550" y="3938588"/>
          <p14:tracePt t="31826" x="2286000" y="3924300"/>
          <p14:tracePt t="31843" x="2362200" y="3902075"/>
          <p14:tracePt t="31856" x="2424113" y="3862388"/>
          <p14:tracePt t="31857" x="2438400" y="3862388"/>
          <p14:tracePt t="31873" x="2513013" y="3795713"/>
          <p14:tracePt t="31874" x="2522538" y="3786188"/>
          <p14:tracePt t="31875" x="2536825" y="3786188"/>
          <p14:tracePt t="31889" x="2608263" y="3697288"/>
          <p14:tracePt t="31890" x="2620963" y="3697288"/>
          <p14:tracePt t="31890" x="2620963" y="3687763"/>
          <p14:tracePt t="31908" x="2697163" y="3589338"/>
          <p14:tracePt t="31923" x="2751138" y="3490913"/>
          <p14:tracePt t="31923" x="2751138" y="3482975"/>
          <p14:tracePt t="31940" x="2773363" y="3384550"/>
          <p14:tracePt t="31954" x="2781300" y="3298825"/>
          <p14:tracePt t="31955" x="2781300" y="3290888"/>
          <p14:tracePt t="31972" x="2773363" y="3179763"/>
          <p14:tracePt t="31973" x="2773363" y="3170238"/>
          <p14:tracePt t="31987" x="2736850" y="3062288"/>
          <p14:tracePt t="31989" x="2736850" y="3049588"/>
          <p14:tracePt t="31990" x="2736850" y="3040063"/>
          <p14:tracePt t="31990" x="2727325" y="3032125"/>
          <p14:tracePt t="32007" x="2682875" y="2919413"/>
          <p14:tracePt t="32008" x="2674938" y="2919413"/>
          <p14:tracePt t="32009" x="2674938" y="2911475"/>
          <p14:tracePt t="32022" x="2620963" y="2847975"/>
          <p14:tracePt t="32023" x="2620963" y="2835275"/>
          <p14:tracePt t="32039" x="2554288" y="2795588"/>
          <p14:tracePt t="32039" x="2554288" y="2781300"/>
          <p14:tracePt t="32054" x="2513013" y="2759075"/>
          <p14:tracePt t="32071" x="2446338" y="2736850"/>
          <p14:tracePt t="32086" x="2406650" y="2727325"/>
          <p14:tracePt t="32086" x="2393950" y="2727325"/>
          <p14:tracePt t="32106" x="2330450" y="2719388"/>
          <p14:tracePt t="32107" x="2295525" y="2719388"/>
          <p14:tracePt t="32108" x="2286000" y="2719388"/>
          <p14:tracePt t="32121" x="2232025" y="2705100"/>
          <p14:tracePt t="32140" x="2133600" y="2719388"/>
          <p14:tracePt t="32141" x="2125663" y="2719388"/>
          <p14:tracePt t="32157" x="2111375" y="2719388"/>
          <p14:tracePt t="32158" x="2027238" y="2727325"/>
          <p14:tracePt t="32158" x="2027238" y="2736850"/>
          <p14:tracePt t="32159" x="2005013" y="2736850"/>
          <p14:tracePt t="32172" x="1928813" y="2773363"/>
          <p14:tracePt t="32172" x="1919288" y="2773363"/>
          <p14:tracePt t="32187" x="1844675" y="2813050"/>
          <p14:tracePt t="32188" x="1835150" y="2813050"/>
          <p14:tracePt t="32189" x="1822450" y="2825750"/>
          <p14:tracePt t="32205" x="1746250" y="2889250"/>
          <p14:tracePt t="32205" x="1736725" y="2901950"/>
          <p14:tracePt t="32222" x="1670050" y="2978150"/>
          <p14:tracePt t="32222" x="1660525" y="2987675"/>
          <p14:tracePt t="32240" x="1584325" y="3116263"/>
          <p14:tracePt t="32241" x="1576388" y="3116263"/>
          <p14:tracePt t="32255" x="1522413" y="3236913"/>
          <p14:tracePt t="32255" x="1522413" y="3254375"/>
          <p14:tracePt t="32274" x="1477963" y="3367088"/>
          <p14:tracePt t="32275" x="1465263" y="3419475"/>
          <p14:tracePt t="32287" x="1455738" y="3513138"/>
          <p14:tracePt t="32287" x="1455738" y="3527425"/>
          <p14:tracePt t="32304" x="1477963" y="3679825"/>
          <p14:tracePt t="32324" x="1509713" y="3786188"/>
          <p14:tracePt t="32325" x="1531938" y="3848100"/>
          <p14:tracePt t="32325" x="1531938" y="3862388"/>
          <p14:tracePt t="32339" x="1576388" y="3946525"/>
          <p14:tracePt t="32339" x="1584325" y="3946525"/>
          <p14:tracePt t="32354" x="1638300" y="4032250"/>
          <p14:tracePt t="32355" x="1652588" y="4044950"/>
          <p14:tracePt t="32370" x="1704975" y="4098925"/>
          <p14:tracePt t="32370" x="1714500" y="4108450"/>
          <p14:tracePt t="32384" x="1758950" y="4138613"/>
          <p14:tracePt t="32391" x="1768475" y="4152900"/>
          <p14:tracePt t="32392" x="1798638" y="4160838"/>
          <p14:tracePt t="32409" x="1866900" y="4192588"/>
          <p14:tracePt t="32422" x="1919288" y="4205288"/>
          <p14:tracePt t="32440" x="1973263" y="4214813"/>
          <p14:tracePt t="32458" x="2027238" y="4214813"/>
          <p14:tracePt t="32475" x="2071688" y="4205288"/>
          <p14:tracePt t="32488" x="2103438" y="4183063"/>
          <p14:tracePt t="32489" x="2111375" y="4183063"/>
          <p14:tracePt t="32508" x="2155825" y="4160838"/>
          <p14:tracePt t="32509" x="2155825" y="4152900"/>
          <p14:tracePt t="32510" x="2165350" y="4152900"/>
          <p14:tracePt t="32524" x="2187575" y="4138613"/>
          <p14:tracePt t="32524" x="2201863" y="4130675"/>
          <p14:tracePt t="32542" x="2209800" y="4130675"/>
          <p14:tracePt t="32543" x="2254250" y="4108450"/>
          <p14:tracePt t="32544" x="2263775" y="4108450"/>
          <p14:tracePt t="32559" x="2317750" y="4084638"/>
          <p14:tracePt t="32560" x="2317750" y="4076700"/>
          <p14:tracePt t="32576" x="2393950" y="4044950"/>
          <p14:tracePt t="32577" x="2406650" y="4032250"/>
          <p14:tracePt t="32590" x="2460625" y="3990975"/>
          <p14:tracePt t="32609" x="2544763" y="3902075"/>
          <p14:tracePt t="32609" x="2554288" y="3894138"/>
          <p14:tracePt t="32610" x="2566988" y="3879850"/>
          <p14:tracePt t="32610" x="2566988" y="3870325"/>
          <p14:tracePt t="32623" x="2643188" y="3773488"/>
          <p14:tracePt t="32624" x="2643188" y="3763963"/>
          <p14:tracePt t="32640" x="2719388" y="3633788"/>
          <p14:tracePt t="32657" x="2759075" y="3513138"/>
          <p14:tracePt t="32658" x="2759075" y="3505200"/>
          <p14:tracePt t="32659" x="2773363" y="3505200"/>
          <p14:tracePt t="32672" x="2773363" y="3429000"/>
          <p14:tracePt t="32691" x="2781300" y="3375025"/>
          <p14:tracePt t="32692" x="2781300" y="3352800"/>
          <p14:tracePt t="32709" x="2773363" y="3308350"/>
          <p14:tracePt t="32725" x="2751138" y="3276600"/>
          <p14:tracePt t="32742" x="2727325" y="3246438"/>
          <p14:tracePt t="32743" x="2727325" y="3236913"/>
          <p14:tracePt t="32756" x="2705100" y="3214688"/>
          <p14:tracePt t="32756" x="2697163" y="3201988"/>
          <p14:tracePt t="32772" x="2652713" y="3160713"/>
          <p14:tracePt t="32792" x="2620963" y="3116263"/>
          <p14:tracePt t="32793" x="2589213" y="3108325"/>
          <p14:tracePt t="32793" x="2589213" y="3094038"/>
          <p14:tracePt t="32806" x="2554288" y="3071813"/>
          <p14:tracePt t="32807" x="2544763" y="3071813"/>
          <p14:tracePt t="32821" x="2513013" y="3049588"/>
          <p14:tracePt t="32837" x="2478088" y="3032125"/>
          <p14:tracePt t="32838" x="2468563" y="3032125"/>
          <p14:tracePt t="32850" x="2446338" y="3017838"/>
          <p14:tracePt t="32865" x="2424113" y="3017838"/>
          <p14:tracePt t="32880" x="2393950" y="3009900"/>
          <p14:tracePt t="32897" x="2370138" y="3009900"/>
          <p14:tracePt t="32910" x="2347913" y="3009900"/>
          <p14:tracePt t="32911" x="2339975" y="3009900"/>
          <p14:tracePt t="32924" x="2317750" y="3009900"/>
          <p14:tracePt t="32942" x="2276475" y="3017838"/>
          <p14:tracePt t="32957" x="2241550" y="3032125"/>
          <p14:tracePt t="32973" x="2201863" y="3040063"/>
          <p14:tracePt t="32974" x="2187575" y="3040063"/>
          <p14:tracePt t="32991" x="2147888" y="3062288"/>
          <p14:tracePt t="33006" x="2103438" y="3084513"/>
          <p14:tracePt t="33023" x="2058988" y="3108325"/>
          <p14:tracePt t="33024" x="2058988" y="3116263"/>
          <p14:tracePt t="33041" x="2005013" y="3160713"/>
          <p14:tracePt t="33042" x="2005013" y="3170238"/>
          <p14:tracePt t="33054" x="1965325" y="3224213"/>
          <p14:tracePt t="33072" x="1928813" y="3298825"/>
          <p14:tracePt t="33074" x="1928813" y="3308350"/>
          <p14:tracePt t="33087" x="1906588" y="3367088"/>
          <p14:tracePt t="33108" x="1906588" y="3438525"/>
          <p14:tracePt t="33123" x="1906588" y="3490913"/>
          <p14:tracePt t="33126" x="1906588" y="3505200"/>
          <p14:tracePt t="33139" x="1919288" y="3549650"/>
          <p14:tracePt t="33160" x="1928813" y="3603625"/>
          <p14:tracePt t="33160" x="1928813" y="3621088"/>
          <p14:tracePt t="33161" x="1928813" y="3633788"/>
          <p14:tracePt t="33177" x="1941513" y="3697288"/>
          <p14:tracePt t="33178" x="1941513" y="3709988"/>
          <p14:tracePt t="33191" x="1951038" y="3763963"/>
          <p14:tracePt t="33207" x="1965325" y="3808413"/>
          <p14:tracePt t="33208" x="1973263" y="3808413"/>
          <p14:tracePt t="33208" x="1973263" y="3817938"/>
          <p14:tracePt t="33222" x="1982788" y="3862388"/>
          <p14:tracePt t="33242" x="2005013" y="3916363"/>
          <p14:tracePt t="33256" x="2027238" y="3946525"/>
          <p14:tracePt t="33285" x="2036763" y="3956050"/>
          <p14:tracePt t="33303" x="2049463" y="3956050"/>
          <p14:tracePt t="33331" x="2058988" y="3946525"/>
          <p14:tracePt t="33343" x="2081213" y="3938588"/>
          <p14:tracePt t="33358" x="2147888" y="3879850"/>
          <p14:tracePt t="33374" x="2224088" y="3786188"/>
          <p14:tracePt t="33375" x="2232025" y="3773488"/>
          <p14:tracePt t="33389" x="2295525" y="3679825"/>
          <p14:tracePt t="33390" x="2308225" y="3665538"/>
          <p14:tracePt t="33390" x="2308225" y="3656013"/>
          <p14:tracePt t="33407" x="2370138" y="3536950"/>
          <p14:tracePt t="33421" x="2384425" y="3419475"/>
          <p14:tracePt t="33440" x="2384425" y="3308350"/>
          <p14:tracePt t="33457" x="2362200" y="3268663"/>
          <p14:tracePt t="33471" x="2347913" y="3254375"/>
          <p14:tracePt t="33503" x="2339975" y="3254375"/>
        </p14:tracePtLst>
      </p14:laserTraceLst>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CEFB7C23-F821-1ED0-F988-26B9BCB0A9CF}"/>
              </a:ext>
            </a:extLst>
          </p:cNvPr>
          <p:cNvSpPr txBox="1">
            <a:spLocks/>
          </p:cNvSpPr>
          <p:nvPr/>
        </p:nvSpPr>
        <p:spPr>
          <a:xfrm>
            <a:off x="601670" y="432129"/>
            <a:ext cx="8246070" cy="76352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3600" dirty="0">
                <a:solidFill>
                  <a:schemeClr val="accent6">
                    <a:lumMod val="60000"/>
                    <a:lumOff val="40000"/>
                  </a:schemeClr>
                </a:solidFill>
                <a:effectLst>
                  <a:outerShdw blurRad="50800" dist="38100" dir="2700000" algn="tl" rotWithShape="0">
                    <a:prstClr val="black">
                      <a:alpha val="40000"/>
                    </a:prstClr>
                  </a:outerShdw>
                </a:effectLst>
                <a:latin typeface="BM JUA OTF" panose="02020603020101020101" pitchFamily="18" charset="-127"/>
                <a:ea typeface="BM JUA OTF" panose="02020603020101020101" pitchFamily="18" charset="-127"/>
              </a:rPr>
              <a:t>Data</a:t>
            </a:r>
          </a:p>
        </p:txBody>
      </p:sp>
      <p:sp>
        <p:nvSpPr>
          <p:cNvPr id="7" name="TextBox 6">
            <a:extLst>
              <a:ext uri="{FF2B5EF4-FFF2-40B4-BE49-F238E27FC236}">
                <a16:creationId xmlns:a16="http://schemas.microsoft.com/office/drawing/2014/main" id="{C9E102AE-5880-A0CD-969A-B07085695F17}"/>
              </a:ext>
            </a:extLst>
          </p:cNvPr>
          <p:cNvSpPr txBox="1"/>
          <p:nvPr/>
        </p:nvSpPr>
        <p:spPr>
          <a:xfrm>
            <a:off x="1823310" y="1470565"/>
            <a:ext cx="6826930" cy="3631763"/>
          </a:xfrm>
          <a:prstGeom prst="rect">
            <a:avLst/>
          </a:prstGeom>
          <a:noFill/>
        </p:spPr>
        <p:txBody>
          <a:bodyPr wrap="square" rtlCol="0">
            <a:spAutoFit/>
          </a:bodyPr>
          <a:lstStyle/>
          <a:p>
            <a:r>
              <a:rPr lang="en-CN" sz="3200" dirty="0">
                <a:solidFill>
                  <a:schemeClr val="accent6">
                    <a:lumMod val="50000"/>
                  </a:schemeClr>
                </a:solidFill>
                <a:latin typeface="BM JUA OTF" panose="02020603020101020101" pitchFamily="18" charset="-127"/>
                <a:ea typeface="BM JUA OTF" panose="02020603020101020101" pitchFamily="18" charset="-127"/>
              </a:rPr>
              <a:t>Data Preprocessing:</a:t>
            </a:r>
          </a:p>
          <a:p>
            <a:endParaRPr lang="en-CN" dirty="0">
              <a:solidFill>
                <a:schemeClr val="accent6">
                  <a:lumMod val="50000"/>
                </a:schemeClr>
              </a:solidFill>
              <a:latin typeface="BM JUA OTF" panose="02020603020101020101" pitchFamily="18" charset="-127"/>
              <a:ea typeface="BM JUA OTF" panose="02020603020101020101" pitchFamily="18" charset="-127"/>
            </a:endParaRPr>
          </a:p>
          <a:p>
            <a:pPr marL="342900" indent="-342900">
              <a:buAutoNum type="alphaLcPeriod"/>
            </a:pPr>
            <a:r>
              <a:rPr lang="en-CN" dirty="0">
                <a:solidFill>
                  <a:schemeClr val="accent6">
                    <a:lumMod val="50000"/>
                  </a:schemeClr>
                </a:solidFill>
                <a:latin typeface="BM JUA OTF" panose="02020603020101020101" pitchFamily="18" charset="-127"/>
                <a:ea typeface="BM JUA OTF" panose="02020603020101020101" pitchFamily="18" charset="-127"/>
              </a:rPr>
              <a:t>Removing uninformative features</a:t>
            </a:r>
          </a:p>
          <a:p>
            <a:pPr marL="342900" indent="-342900">
              <a:buAutoNum type="alphaLcPeriod"/>
            </a:pPr>
            <a:endParaRPr lang="en-CN" dirty="0">
              <a:solidFill>
                <a:schemeClr val="accent6">
                  <a:lumMod val="50000"/>
                </a:schemeClr>
              </a:solidFill>
              <a:latin typeface="BM JUA OTF" panose="02020603020101020101" pitchFamily="18" charset="-127"/>
              <a:ea typeface="BM JUA OTF" panose="02020603020101020101" pitchFamily="18" charset="-127"/>
            </a:endParaRPr>
          </a:p>
          <a:p>
            <a:pPr marL="342900" indent="-342900">
              <a:buAutoNum type="alphaLcPeriod"/>
            </a:pPr>
            <a:r>
              <a:rPr lang="en-CN" dirty="0">
                <a:solidFill>
                  <a:schemeClr val="accent6">
                    <a:lumMod val="50000"/>
                  </a:schemeClr>
                </a:solidFill>
                <a:latin typeface="BM JUA OTF" panose="02020603020101020101" pitchFamily="18" charset="-127"/>
                <a:ea typeface="BM JUA OTF" panose="02020603020101020101" pitchFamily="18" charset="-127"/>
              </a:rPr>
              <a:t>Dropping missing/ noisy values</a:t>
            </a:r>
          </a:p>
          <a:p>
            <a:pPr marL="342900" indent="-342900">
              <a:buAutoNum type="alphaLcPeriod"/>
            </a:pPr>
            <a:endParaRPr lang="en-CN" dirty="0">
              <a:solidFill>
                <a:schemeClr val="accent6">
                  <a:lumMod val="50000"/>
                </a:schemeClr>
              </a:solidFill>
              <a:latin typeface="BM JUA OTF" panose="02020603020101020101" pitchFamily="18" charset="-127"/>
              <a:ea typeface="BM JUA OTF" panose="02020603020101020101" pitchFamily="18" charset="-127"/>
            </a:endParaRPr>
          </a:p>
          <a:p>
            <a:pPr marL="342900" indent="-342900">
              <a:buAutoNum type="alphaLcPeriod"/>
            </a:pPr>
            <a:r>
              <a:rPr lang="en-CN" dirty="0">
                <a:solidFill>
                  <a:schemeClr val="accent6">
                    <a:lumMod val="50000"/>
                  </a:schemeClr>
                </a:solidFill>
                <a:latin typeface="BM JUA OTF" panose="02020603020101020101" pitchFamily="18" charset="-127"/>
                <a:ea typeface="BM JUA OTF" panose="02020603020101020101" pitchFamily="18" charset="-127"/>
              </a:rPr>
              <a:t>Checking the outliers</a:t>
            </a:r>
          </a:p>
          <a:p>
            <a:pPr marL="342900" indent="-342900">
              <a:buAutoNum type="alphaLcPeriod"/>
            </a:pPr>
            <a:endParaRPr lang="en-CN" dirty="0">
              <a:solidFill>
                <a:schemeClr val="accent6">
                  <a:lumMod val="50000"/>
                </a:schemeClr>
              </a:solidFill>
              <a:latin typeface="BM JUA OTF" panose="02020603020101020101" pitchFamily="18" charset="-127"/>
              <a:ea typeface="BM JUA OTF" panose="02020603020101020101" pitchFamily="18" charset="-127"/>
            </a:endParaRPr>
          </a:p>
          <a:p>
            <a:pPr marL="342900" indent="-342900">
              <a:buAutoNum type="alphaLcPeriod"/>
            </a:pPr>
            <a:r>
              <a:rPr lang="en-CN" dirty="0">
                <a:solidFill>
                  <a:schemeClr val="accent6">
                    <a:lumMod val="50000"/>
                  </a:schemeClr>
                </a:solidFill>
                <a:latin typeface="BM JUA OTF" panose="02020603020101020101" pitchFamily="18" charset="-127"/>
                <a:ea typeface="BM JUA OTF" panose="02020603020101020101" pitchFamily="18" charset="-127"/>
              </a:rPr>
              <a:t>Balancing the data</a:t>
            </a:r>
          </a:p>
          <a:p>
            <a:pPr marL="342900" indent="-342900">
              <a:buAutoNum type="alphaLcPeriod"/>
            </a:pPr>
            <a:endParaRPr lang="en-CN" dirty="0">
              <a:solidFill>
                <a:schemeClr val="accent6">
                  <a:lumMod val="50000"/>
                </a:schemeClr>
              </a:solidFill>
              <a:latin typeface="BM JUA OTF" panose="02020603020101020101" pitchFamily="18" charset="-127"/>
              <a:ea typeface="BM JUA OTF" panose="02020603020101020101" pitchFamily="18" charset="-127"/>
            </a:endParaRPr>
          </a:p>
          <a:p>
            <a:pPr marL="342900" indent="-342900">
              <a:buAutoNum type="alphaLcPeriod"/>
            </a:pPr>
            <a:r>
              <a:rPr lang="en-CN" dirty="0">
                <a:solidFill>
                  <a:schemeClr val="accent6">
                    <a:lumMod val="50000"/>
                  </a:schemeClr>
                </a:solidFill>
                <a:latin typeface="BM JUA OTF" panose="02020603020101020101" pitchFamily="18" charset="-127"/>
                <a:ea typeface="BM JUA OTF" panose="02020603020101020101" pitchFamily="18" charset="-127"/>
              </a:rPr>
              <a:t>Standardising the data</a:t>
            </a:r>
          </a:p>
          <a:p>
            <a:pPr marL="342900" indent="-342900">
              <a:buAutoNum type="alphaLcPeriod"/>
            </a:pPr>
            <a:endParaRPr lang="en-CN" dirty="0">
              <a:solidFill>
                <a:schemeClr val="accent6">
                  <a:lumMod val="50000"/>
                </a:schemeClr>
              </a:solidFill>
              <a:latin typeface="BM JUA OTF" panose="02020603020101020101" pitchFamily="18" charset="-127"/>
              <a:ea typeface="BM JUA OTF" panose="02020603020101020101" pitchFamily="18" charset="-127"/>
            </a:endParaRPr>
          </a:p>
        </p:txBody>
      </p:sp>
    </p:spTree>
    <p:extLst>
      <p:ext uri="{BB962C8B-B14F-4D97-AF65-F5344CB8AC3E}">
        <p14:creationId xmlns:p14="http://schemas.microsoft.com/office/powerpoint/2010/main" val="1039398105"/>
      </p:ext>
    </p:extLst>
  </p:cSld>
  <p:clrMapOvr>
    <a:masterClrMapping/>
  </p:clrMapOvr>
  <mc:AlternateContent xmlns:mc="http://schemas.openxmlformats.org/markup-compatibility/2006">
    <mc:Choice xmlns:p14="http://schemas.microsoft.com/office/powerpoint/2010/main" Requires="p14">
      <p:transition spd="slow" p14:dur="2000" advTm="20166"/>
    </mc:Choice>
    <mc:Fallback>
      <p:transition spd="slow" advTm="20166"/>
    </mc:Fallback>
  </mc:AlternateContent>
  <p:extLst>
    <p:ext uri="{3A86A75C-4F4B-4683-9AE1-C65F6400EC91}">
      <p14:laserTraceLst xmlns:p14="http://schemas.microsoft.com/office/powerpoint/2010/main">
        <p14:tracePtLst>
          <p14:tracePt t="907" x="2347913" y="3246438"/>
          <p14:tracePt t="921" x="2393950" y="3214688"/>
          <p14:tracePt t="922" x="2406650" y="3214688"/>
          <p14:tracePt t="935" x="2460625" y="3160713"/>
          <p14:tracePt t="960" x="2536825" y="3094038"/>
          <p14:tracePt t="961" x="2589213" y="3040063"/>
          <p14:tracePt t="976" x="2682875" y="2965450"/>
          <p14:tracePt t="990" x="2751138" y="2889250"/>
          <p14:tracePt t="991" x="2751138" y="2879725"/>
          <p14:tracePt t="1005" x="2795588" y="2813050"/>
          <p14:tracePt t="1005" x="2795588" y="2803525"/>
          <p14:tracePt t="1022" x="2813050" y="2705100"/>
          <p14:tracePt t="1040" x="2813050" y="2630488"/>
          <p14:tracePt t="1040" x="2813050" y="2620963"/>
          <p14:tracePt t="1041" x="2803525" y="2598738"/>
          <p14:tracePt t="1057" x="2759075" y="2468563"/>
          <p14:tracePt t="1057" x="2759075" y="2460625"/>
          <p14:tracePt t="1070" x="2674938" y="2308225"/>
          <p14:tracePt t="1070" x="2674938" y="2295525"/>
          <p14:tracePt t="1071" x="2665413" y="2295525"/>
          <p14:tracePt t="1086" x="2566988" y="2179638"/>
          <p14:tracePt t="1088" x="2554288" y="2165350"/>
          <p14:tracePt t="1088" x="2544763" y="2155825"/>
          <p14:tracePt t="1102" x="2446338" y="2081213"/>
          <p14:tracePt t="1102" x="2438400" y="2081213"/>
          <p14:tracePt t="1117" x="2339975" y="2027238"/>
          <p14:tracePt t="1118" x="2330450" y="2017713"/>
          <p14:tracePt t="1118" x="2317750" y="2017713"/>
          <p14:tracePt t="1119" x="2295525" y="2005013"/>
          <p14:tracePt t="1136" x="2125663" y="1951038"/>
          <p14:tracePt t="1137" x="2103438" y="1951038"/>
          <p14:tracePt t="1137" x="2093913" y="1951038"/>
          <p14:tracePt t="1158" x="1951038" y="1941513"/>
          <p14:tracePt t="1159" x="1844675" y="1965325"/>
          <p14:tracePt t="1159" x="1835150" y="1965325"/>
          <p14:tracePt t="1172" x="1704975" y="2027238"/>
          <p14:tracePt t="1187" x="1593850" y="2147888"/>
          <p14:tracePt t="1187" x="1584325" y="2155825"/>
          <p14:tracePt t="1188" x="1576388" y="2165350"/>
          <p14:tracePt t="1203" x="1500188" y="2317750"/>
          <p14:tracePt t="1224" x="1500188" y="2339975"/>
          <p14:tracePt t="1225" x="1446213" y="2536825"/>
          <p14:tracePt t="1225" x="1446213" y="2544763"/>
          <p14:tracePt t="1238" x="1455738" y="2598738"/>
          <p14:tracePt t="1240" x="1455738" y="2608263"/>
          <p14:tracePt t="1240" x="1455738" y="2620963"/>
          <p14:tracePt t="1253" x="1487488" y="2652713"/>
          <p14:tracePt t="1254" x="1487488" y="2665413"/>
          <p14:tracePt t="1273" x="1522413" y="2682875"/>
          <p14:tracePt t="1274" x="1554163" y="2697163"/>
          <p14:tracePt t="1287" x="1576388" y="2705100"/>
          <p14:tracePt t="1287" x="1584325" y="2705100"/>
          <p14:tracePt t="1302" x="1608138" y="2719388"/>
          <p14:tracePt t="1332" x="1616075" y="2727325"/>
          <p14:tracePt t="1333" x="1652588" y="2727325"/>
          <p14:tracePt t="1345" x="1670050" y="2727325"/>
          <p14:tracePt t="1346" x="1682750" y="2727325"/>
          <p14:tracePt t="1366" x="1724025" y="2727325"/>
          <p14:tracePt t="1368" x="1736725" y="2727325"/>
          <p14:tracePt t="1368" x="1746250" y="2727325"/>
          <p14:tracePt t="1387" x="1776413" y="2719388"/>
          <p14:tracePt t="1387" x="1798638" y="2719388"/>
          <p14:tracePt t="1402" x="1844675" y="2705100"/>
          <p14:tracePt t="1403" x="1852613" y="2705100"/>
          <p14:tracePt t="1427" x="1889125" y="2697163"/>
          <p14:tracePt t="1427" x="1897063" y="2682875"/>
          <p14:tracePt t="1441" x="1919288" y="2665413"/>
          <p14:tracePt t="1455" x="1928813" y="2652713"/>
          <p14:tracePt t="1473" x="1928813" y="2643188"/>
          <p14:tracePt t="3641" x="1928813" y="2630488"/>
          <p14:tracePt t="3654" x="1941513" y="2620963"/>
          <p14:tracePt t="3668" x="1951038" y="2608263"/>
          <p14:tracePt t="3683" x="1973263" y="2589213"/>
          <p14:tracePt t="3700" x="1982788" y="2566988"/>
          <p14:tracePt t="3718" x="1995488" y="2544763"/>
          <p14:tracePt t="3738" x="2005013" y="2536825"/>
          <p14:tracePt t="3739" x="2005013" y="2522538"/>
          <p14:tracePt t="3752" x="2017713" y="2513013"/>
          <p14:tracePt t="3771" x="2017713" y="2490788"/>
          <p14:tracePt t="3784" x="2027238" y="2478088"/>
          <p14:tracePt t="3786" x="2027238" y="2468563"/>
          <p14:tracePt t="3799" x="2027238" y="2446338"/>
          <p14:tracePt t="3830" x="2036763" y="2424113"/>
          <p14:tracePt t="3831" x="2036763" y="2384425"/>
          <p14:tracePt t="3846" x="2036763" y="2330450"/>
          <p14:tracePt t="3861" x="2049463" y="2263775"/>
          <p14:tracePt t="3862" x="2049463" y="2254250"/>
          <p14:tracePt t="3879" x="2036763" y="2133600"/>
          <p14:tracePt t="3884" x="2036763" y="2103438"/>
          <p14:tracePt t="3904" x="2017713" y="2027238"/>
          <p14:tracePt t="3904" x="2005013" y="1995488"/>
          <p14:tracePt t="3917" x="2005013" y="1965325"/>
          <p14:tracePt t="3917" x="1995488" y="1965325"/>
          <p14:tracePt t="3934" x="1982788" y="1951038"/>
          <p14:tracePt t="3963" x="1982788" y="1941513"/>
          <p14:tracePt t="5299" x="1995488" y="1928813"/>
          <p14:tracePt t="5311" x="2005013" y="1928813"/>
          <p14:tracePt t="5336" x="2027238" y="1906588"/>
          <p14:tracePt t="5337" x="2027238" y="1897063"/>
          <p14:tracePt t="5357" x="2036763" y="1889125"/>
          <p14:tracePt t="5357" x="2049463" y="1874838"/>
          <p14:tracePt t="6940" x="2058988" y="1866900"/>
          <p14:tracePt t="6953" x="2081213" y="1844675"/>
          <p14:tracePt t="6968" x="2111375" y="1812925"/>
          <p14:tracePt t="6990" x="2133600" y="1768475"/>
          <p14:tracePt t="6991" x="2147888" y="1758950"/>
          <p14:tracePt t="6991" x="2147888" y="1746250"/>
          <p14:tracePt t="7004" x="2155825" y="1736725"/>
          <p14:tracePt t="7020" x="2155825" y="1724025"/>
          <p14:tracePt t="7020" x="2155825" y="1714500"/>
          <p14:tracePt t="7056" x="2155825" y="1704975"/>
          <p14:tracePt t="7069" x="2155825" y="1692275"/>
          <p14:tracePt t="7083" x="2147888" y="1682750"/>
          <p14:tracePt t="7103" x="2133600" y="1670050"/>
          <p14:tracePt t="7104" x="2125663" y="1660525"/>
          <p14:tracePt t="7120" x="2103438" y="1652588"/>
          <p14:tracePt t="7135" x="2071688" y="1638300"/>
          <p14:tracePt t="7150" x="2036763" y="1630363"/>
          <p14:tracePt t="7158" x="2027238" y="1630363"/>
          <p14:tracePt t="7171" x="2005013" y="1630363"/>
          <p14:tracePt t="7636" x="2005013" y="1652588"/>
          <p14:tracePt t="7649" x="2017713" y="1670050"/>
          <p14:tracePt t="7669" x="2036763" y="1704975"/>
          <p14:tracePt t="7670" x="2049463" y="1704975"/>
          <p14:tracePt t="7671" x="2049463" y="1714500"/>
          <p14:tracePt t="7686" x="2081213" y="1736725"/>
          <p14:tracePt t="7699" x="2125663" y="1758950"/>
          <p14:tracePt t="7722" x="2179638" y="1790700"/>
          <p14:tracePt t="7723" x="2224088" y="1812925"/>
          <p14:tracePt t="7736" x="2308225" y="1835150"/>
          <p14:tracePt t="7737" x="2317750" y="1835150"/>
          <p14:tracePt t="7752" x="2460625" y="1866900"/>
          <p14:tracePt t="7767" x="2620963" y="1874838"/>
          <p14:tracePt t="7768" x="2630488" y="1889125"/>
          <p14:tracePt t="7768" x="2652713" y="1889125"/>
          <p14:tracePt t="7782" x="2857500" y="1897063"/>
          <p14:tracePt t="7800" x="3160713" y="1919288"/>
          <p14:tracePt t="7820" x="3367088" y="1941513"/>
          <p14:tracePt t="7821" x="3490913" y="1951038"/>
          <p14:tracePt t="7821" x="3505200" y="1951038"/>
          <p14:tracePt t="7834" x="3687763" y="1965325"/>
          <p14:tracePt t="7835" x="3709988" y="1973263"/>
          <p14:tracePt t="7835" x="3719513" y="1973263"/>
          <p14:tracePt t="7856" x="3938588" y="1982788"/>
          <p14:tracePt t="7857" x="4098925" y="2005013"/>
          <p14:tracePt t="7870" x="4291013" y="2005013"/>
          <p14:tracePt t="7870" x="4303713" y="2005013"/>
          <p14:tracePt t="7884" x="4465638" y="1995488"/>
          <p14:tracePt t="7885" x="4495800" y="1982788"/>
          <p14:tracePt t="7885" x="4510088" y="1982788"/>
          <p14:tracePt t="7904" x="4670425" y="1951038"/>
          <p14:tracePt t="7904" x="4724400" y="1941513"/>
          <p14:tracePt t="7917" x="4808538" y="1906588"/>
          <p14:tracePt t="7937" x="4862513" y="1874838"/>
          <p14:tracePt t="7938" x="4875213" y="1866900"/>
          <p14:tracePt t="7938" x="4884738" y="1852613"/>
          <p14:tracePt t="7952" x="4894263" y="1835150"/>
          <p14:tracePt t="7969" x="4884738" y="1776413"/>
          <p14:tracePt t="7970" x="4875213" y="1776413"/>
          <p14:tracePt t="7983" x="4840288" y="1724025"/>
          <p14:tracePt t="8004" x="4764088" y="1660525"/>
          <p14:tracePt t="8005" x="4724400" y="1652588"/>
          <p14:tracePt t="8005" x="4710113" y="1638300"/>
          <p14:tracePt t="8019" x="4562475" y="1593850"/>
          <p14:tracePt t="8019" x="4540250" y="1584325"/>
          <p14:tracePt t="8034" x="4281488" y="1531938"/>
          <p14:tracePt t="8034" x="4259263" y="1522413"/>
          <p14:tracePt t="8048" x="3795713" y="1446213"/>
          <p14:tracePt t="8065" x="3308350" y="1379538"/>
          <p14:tracePt t="8066" x="3246438" y="1370013"/>
          <p14:tracePt t="8066" x="3224213" y="1370013"/>
          <p14:tracePt t="8079" x="2847975" y="1335088"/>
          <p14:tracePt t="8080" x="2813050" y="1325563"/>
          <p14:tracePt t="8084" x="2781300" y="1325563"/>
          <p14:tracePt t="8085" x="2665413" y="1317625"/>
          <p14:tracePt t="8085" x="2630488" y="1317625"/>
          <p14:tracePt t="8086" x="2576513" y="1317625"/>
          <p14:tracePt t="8099" x="2147888" y="1303338"/>
          <p14:tracePt t="8100" x="2111375" y="1303338"/>
          <p14:tracePt t="8123" x="1768475" y="1303338"/>
          <p14:tracePt t="8123" x="1465263" y="1325563"/>
          <p14:tracePt t="8136" x="1165225" y="1393825"/>
          <p14:tracePt t="8137" x="1143000" y="1393825"/>
          <p14:tracePt t="8137" x="1133475" y="1393825"/>
          <p14:tracePt t="8150" x="874713" y="1477963"/>
          <p14:tracePt t="8171" x="709613" y="1554163"/>
          <p14:tracePt t="8171" x="647700" y="1616075"/>
          <p14:tracePt t="8184" x="603250" y="1714500"/>
          <p14:tracePt t="8202" x="625475" y="1835150"/>
          <p14:tracePt t="8203" x="625475" y="1844675"/>
          <p14:tracePt t="8219" x="701675" y="1951038"/>
          <p14:tracePt t="8233" x="862013" y="2071688"/>
          <p14:tracePt t="8254" x="1098550" y="2187575"/>
          <p14:tracePt t="8254" x="1295400" y="2263775"/>
          <p14:tracePt t="8255" x="1303338" y="2276475"/>
          <p14:tracePt t="8268" x="1682750" y="2370138"/>
          <p14:tracePt t="8268" x="1714500" y="2384425"/>
          <p14:tracePt t="8283" x="2347913" y="2468563"/>
          <p14:tracePt t="8284" x="2362200" y="2468563"/>
          <p14:tracePt t="8284" x="2393950" y="2468563"/>
          <p14:tracePt t="8305" x="2987675" y="2478088"/>
          <p14:tracePt t="8307" x="3330575" y="2446338"/>
          <p14:tracePt t="8307" x="3438525" y="2438400"/>
          <p14:tracePt t="8320" x="3924300" y="2339975"/>
          <p14:tracePt t="8336" x="4441825" y="2133600"/>
          <p14:tracePt t="8336" x="4465638" y="2125663"/>
          <p14:tracePt t="8350" x="4724400" y="1965325"/>
          <p14:tracePt t="8351" x="4732338" y="1951038"/>
          <p14:tracePt t="8351" x="4732338" y="1941513"/>
          <p14:tracePt t="8367" x="4822825" y="1790700"/>
          <p14:tracePt t="8391" x="4670425" y="1584325"/>
          <p14:tracePt t="8391" x="4648200" y="1576388"/>
          <p14:tracePt t="8392" x="4633913" y="1562100"/>
          <p14:tracePt t="8405" x="4291013" y="1411288"/>
          <p14:tracePt t="8421" x="3732213" y="1273175"/>
          <p14:tracePt t="8422" x="3679825" y="1273175"/>
          <p14:tracePt t="8422" x="3633788" y="1263650"/>
          <p14:tracePt t="8435" x="2978150" y="1196975"/>
          <p14:tracePt t="8450" x="1758950" y="1196975"/>
          <p14:tracePt t="8451" x="1714500" y="1196975"/>
          <p14:tracePt t="8470" x="1044575" y="1263650"/>
          <p14:tracePt t="8471" x="647700" y="1325563"/>
          <p14:tracePt t="8472" x="603250" y="1335088"/>
          <p14:tracePt t="8472" x="549275" y="1347788"/>
          <p14:tracePt t="8486" x="130175" y="1500188"/>
          <p14:tracePt t="8487" x="98425" y="1509713"/>
          <p14:tracePt t="8488" x="84138" y="1522413"/>
          <p14:tracePt t="8488" x="53975" y="1531938"/>
          <p14:tracePt t="8567" x="98425" y="2165350"/>
          <p14:tracePt t="8568" x="303213" y="2232025"/>
          <p14:tracePt t="8568" x="312738" y="2232025"/>
          <p14:tracePt t="8584" x="615950" y="2276475"/>
          <p14:tracePt t="8588" x="709613" y="2295525"/>
          <p14:tracePt t="8588" x="808038" y="2295525"/>
          <p14:tracePt t="8589" x="830263" y="2308225"/>
          <p14:tracePt t="8601" x="1022350" y="2308225"/>
          <p14:tracePt t="8601" x="1044575" y="2308225"/>
          <p14:tracePt t="8614" x="1241425" y="2308225"/>
          <p14:tracePt t="8637" x="1393825" y="2286000"/>
          <p14:tracePt t="8637" x="1411288" y="2276475"/>
          <p14:tracePt t="8652" x="1423988" y="2263775"/>
          <p14:tracePt t="8725" x="1411288" y="2263775"/>
          <p14:tracePt t="8739" x="1379538" y="2263775"/>
          <p14:tracePt t="8741" x="1370013" y="2263775"/>
          <p14:tracePt t="8754" x="1303338" y="2263775"/>
          <p14:tracePt t="8756" x="1295400" y="2263775"/>
          <p14:tracePt t="8768" x="1187450" y="2276475"/>
          <p14:tracePt t="8785" x="1022350" y="2286000"/>
          <p14:tracePt t="8786" x="1022350" y="2295525"/>
          <p14:tracePt t="8786" x="1012825" y="2295525"/>
          <p14:tracePt t="8805" x="906463" y="2308225"/>
          <p14:tracePt t="8806" x="839788" y="2330450"/>
          <p14:tracePt t="8806" x="830263" y="2330450"/>
          <p14:tracePt t="8823" x="709613" y="2347913"/>
          <p14:tracePt t="8824" x="701675" y="2347913"/>
          <p14:tracePt t="8824" x="692150" y="2347913"/>
          <p14:tracePt t="8837" x="603250" y="2362200"/>
          <p14:tracePt t="8852" x="539750" y="2384425"/>
          <p14:tracePt t="8852" x="527050" y="2384425"/>
          <p14:tracePt t="8866" x="517525" y="2384425"/>
          <p14:tracePt t="8867" x="441325" y="2393950"/>
          <p14:tracePt t="8889" x="366713" y="2406650"/>
          <p14:tracePt t="8889" x="312738" y="2416175"/>
          <p14:tracePt t="8905" x="227013" y="2438400"/>
          <p14:tracePt t="8906" x="214313" y="2438400"/>
          <p14:tracePt t="8907" x="204788" y="2438400"/>
          <p14:tracePt t="8922" x="130175" y="2446338"/>
          <p14:tracePt t="8937" x="84138" y="2460625"/>
          <p14:tracePt t="8953" x="76200" y="2460625"/>
          <p14:tracePt t="8992" x="76200" y="2438400"/>
          <p14:tracePt t="9004" x="98425" y="2416175"/>
          <p14:tracePt t="9019" x="174625" y="2362200"/>
          <p14:tracePt t="9020" x="182563" y="2347913"/>
          <p14:tracePt t="9020" x="192088" y="2347913"/>
          <p14:tracePt t="9034" x="334963" y="2295525"/>
          <p14:tracePt t="9050" x="571500" y="2263775"/>
          <p14:tracePt t="9051" x="593725" y="2263775"/>
          <p14:tracePt t="9052" x="603250" y="2263775"/>
          <p14:tracePt t="9053" x="633413" y="2263775"/>
          <p14:tracePt t="9053" x="647700" y="2263775"/>
          <p14:tracePt t="9072" x="950913" y="2263775"/>
          <p14:tracePt t="9072" x="1089025" y="2263775"/>
          <p14:tracePt t="9073" x="1111250" y="2263775"/>
          <p14:tracePt t="9087" x="1401763" y="2286000"/>
          <p14:tracePt t="9088" x="1423988" y="2286000"/>
          <p14:tracePt t="9101" x="1652588" y="2308225"/>
          <p14:tracePt t="9102" x="1670050" y="2317750"/>
          <p14:tracePt t="9102" x="1682750" y="2317750"/>
          <p14:tracePt t="9116" x="1835150" y="2330450"/>
          <p14:tracePt t="9117" x="1844675" y="2330450"/>
          <p14:tracePt t="9117" x="1852613" y="2339975"/>
          <p14:tracePt t="9134" x="1941513" y="2347913"/>
          <p14:tracePt t="9134" x="1951038" y="2347913"/>
          <p14:tracePt t="9156" x="1973263" y="2347913"/>
          <p14:tracePt t="9217" x="1973263" y="2362200"/>
          <p14:tracePt t="9229" x="1982788" y="2362200"/>
          <p14:tracePt t="9229" x="1982788" y="2370138"/>
          <p14:tracePt t="9243" x="2027238" y="2393950"/>
          <p14:tracePt t="9243" x="2036763" y="2393950"/>
          <p14:tracePt t="9260" x="2125663" y="2438400"/>
          <p14:tracePt t="9260" x="2133600" y="2438400"/>
          <p14:tracePt t="9275" x="2263775" y="2468563"/>
          <p14:tracePt t="9293" x="2468563" y="2500313"/>
          <p14:tracePt t="9295" x="2478088" y="2500313"/>
          <p14:tracePt t="9296" x="2490788" y="2500313"/>
          <p14:tracePt t="9296" x="2500313" y="2500313"/>
          <p14:tracePt t="9297" x="2513013" y="2500313"/>
          <p14:tracePt t="9298" x="2522538" y="2500313"/>
          <p14:tracePt t="9299" x="2536825" y="2500313"/>
          <p14:tracePt t="9300" x="2544763" y="2500313"/>
          <p14:tracePt t="9300" x="2554288" y="2513013"/>
          <p14:tracePt t="9312" x="2652713" y="2513013"/>
          <p14:tracePt t="9313" x="2665413" y="2513013"/>
          <p14:tracePt t="9336" x="2727325" y="2522538"/>
          <p14:tracePt t="9421" x="2719388" y="2522538"/>
          <p14:tracePt t="9440" x="2697163" y="2536825"/>
          <p14:tracePt t="9440" x="2674938" y="2536825"/>
          <p14:tracePt t="9458" x="2643188" y="2544763"/>
          <p14:tracePt t="9510" x="2652713" y="2544763"/>
          <p14:tracePt t="9525" x="2682875" y="2536825"/>
          <p14:tracePt t="9538" x="2736850" y="2522538"/>
          <p14:tracePt t="9553" x="2857500" y="2500313"/>
          <p14:tracePt t="9554" x="2867025" y="2500313"/>
          <p14:tracePt t="9554" x="2867025" y="2490788"/>
          <p14:tracePt t="9566" x="2995613" y="2478088"/>
          <p14:tracePt t="9589" x="3179763" y="2460625"/>
          <p14:tracePt t="9590" x="3276600" y="2460625"/>
          <p14:tracePt t="9590" x="3298825" y="2446338"/>
          <p14:tracePt t="9603" x="3429000" y="2446338"/>
          <p14:tracePt t="9603" x="3451225" y="2446338"/>
          <p14:tracePt t="9619" x="3567113" y="2446338"/>
          <p14:tracePt t="9620" x="3581400" y="2446338"/>
          <p14:tracePt t="9639" x="3611563" y="2460625"/>
          <p14:tracePt t="9640" x="3621088" y="2460625"/>
          <p14:tracePt t="9652" x="3633788" y="2460625"/>
          <p14:tracePt t="9933" x="3643313" y="2460625"/>
          <p14:tracePt t="9933" x="3656013" y="2460625"/>
          <p14:tracePt t="9945" x="3687763" y="2468563"/>
          <p14:tracePt t="9961" x="3795713" y="2468563"/>
          <p14:tracePt t="9973" x="3879850" y="2468563"/>
          <p14:tracePt t="9988" x="4010025" y="2468563"/>
          <p14:tracePt t="10008" x="4121150" y="2478088"/>
          <p14:tracePt t="10008" x="4130675" y="2478088"/>
          <p14:tracePt t="10022" x="4152900" y="2490788"/>
          <p14:tracePt t="10037" x="4160838" y="2490788"/>
          <p14:tracePt t="10132" x="4152900" y="2490788"/>
          <p14:tracePt t="10144" x="4138613" y="2490788"/>
          <p14:tracePt t="10160" x="4098925" y="2490788"/>
          <p14:tracePt t="10177" x="4054475" y="2490788"/>
          <p14:tracePt t="10178" x="4044950" y="2490788"/>
          <p14:tracePt t="10195" x="3990975" y="2490788"/>
          <p14:tracePt t="10195" x="3978275" y="2490788"/>
          <p14:tracePt t="10209" x="3946525" y="2490788"/>
          <p14:tracePt t="10210" x="3938588" y="2490788"/>
          <p14:tracePt t="10227" x="3894138" y="2478088"/>
          <p14:tracePt t="10228" x="3879850" y="2478088"/>
          <p14:tracePt t="10245" x="3840163" y="2478088"/>
          <p14:tracePt t="10245" x="3825875" y="2478088"/>
          <p14:tracePt t="10259" x="3786188" y="2478088"/>
          <p14:tracePt t="10274" x="3732213" y="2478088"/>
          <p14:tracePt t="10294" x="3665538" y="2478088"/>
          <p14:tracePt t="10296" x="3656013" y="2478088"/>
          <p14:tracePt t="10311" x="3611563" y="2490788"/>
          <p14:tracePt t="10312" x="3603625" y="2490788"/>
          <p14:tracePt t="10328" x="3567113" y="2490788"/>
          <p14:tracePt t="10329" x="3559175" y="2490788"/>
          <p14:tracePt t="10342" x="3536950" y="2490788"/>
          <p14:tracePt t="10373" x="3536950" y="2500313"/>
          <p14:tracePt t="10373" x="3527425" y="2500313"/>
          <p14:tracePt t="10413" x="3513138" y="2500313"/>
          <p14:tracePt t="10463" x="3505200" y="2500313"/>
          <p14:tracePt t="10474" x="3482975" y="2500313"/>
          <p14:tracePt t="10494" x="3429000" y="2500313"/>
          <p14:tracePt t="10509" x="3397250" y="2513013"/>
          <p14:tracePt t="10525" x="3367088" y="2513013"/>
          <p14:tracePt t="10541" x="3344863" y="2513013"/>
          <p14:tracePt t="10558" x="3330575" y="2513013"/>
          <p14:tracePt t="10573" x="3330575" y="2500313"/>
          <p14:tracePt t="10890" x="3344863" y="2500313"/>
          <p14:tracePt t="11044" x="3344863" y="2490788"/>
          <p14:tracePt t="11071" x="3367088" y="2490788"/>
          <p14:tracePt t="11072" x="3367088" y="2478088"/>
          <p14:tracePt t="11088" x="3397250" y="2478088"/>
          <p14:tracePt t="11106" x="3429000" y="2468563"/>
          <p14:tracePt t="11107" x="3451225" y="2468563"/>
          <p14:tracePt t="11124" x="3490913" y="2468563"/>
          <p14:tracePt t="11124" x="3505200" y="2468563"/>
          <p14:tracePt t="11137" x="3536950" y="2460625"/>
          <p14:tracePt t="11152" x="3567113" y="2460625"/>
          <p14:tracePt t="11172" x="3589338" y="2460625"/>
          <p14:tracePt t="11188" x="3611563" y="2468563"/>
          <p14:tracePt t="11207" x="3633788" y="2468563"/>
          <p14:tracePt t="11208" x="3643313" y="2468563"/>
          <p14:tracePt t="11221" x="3679825" y="2468563"/>
          <p14:tracePt t="11238" x="3719513" y="2468563"/>
          <p14:tracePt t="11239" x="3732213" y="2468563"/>
          <p14:tracePt t="11252" x="3795713" y="2478088"/>
          <p14:tracePt t="11266" x="3870325" y="2478088"/>
          <p14:tracePt t="11288" x="3956050" y="2478088"/>
          <p14:tracePt t="11289" x="4000500" y="2478088"/>
          <p14:tracePt t="11289" x="4010025" y="2478088"/>
          <p14:tracePt t="11302" x="4084638" y="2478088"/>
          <p14:tracePt t="11304" x="4098925" y="2478088"/>
          <p14:tracePt t="11305" x="4108450" y="2478088"/>
          <p14:tracePt t="11321" x="4205288" y="2478088"/>
          <p14:tracePt t="11322" x="4214813" y="2478088"/>
          <p14:tracePt t="11339" x="4281488" y="2478088"/>
          <p14:tracePt t="11340" x="4303713" y="2478088"/>
          <p14:tracePt t="11340" x="4313238" y="2478088"/>
          <p14:tracePt t="11355" x="4379913" y="2478088"/>
          <p14:tracePt t="11374" x="4451350" y="2478088"/>
          <p14:tracePt t="11391" x="4487863" y="2478088"/>
          <p14:tracePt t="11392" x="4495800" y="2478088"/>
          <p14:tracePt t="11405" x="4518025" y="2478088"/>
          <p14:tracePt t="11421" x="4549775" y="2478088"/>
          <p14:tracePt t="11440" x="4572000" y="2478088"/>
          <p14:tracePt t="11440" x="4581525" y="2478088"/>
          <p14:tracePt t="11455" x="4603750" y="2478088"/>
          <p14:tracePt t="11469" x="4616450" y="2478088"/>
          <p14:tracePt t="11484" x="4648200" y="2478088"/>
          <p14:tracePt t="11503" x="4670425" y="2478088"/>
          <p14:tracePt t="11504" x="4679950" y="2478088"/>
          <p14:tracePt t="11524" x="4710113" y="2478088"/>
          <p14:tracePt t="11525" x="4724400" y="2478088"/>
          <p14:tracePt t="11525" x="4732338" y="2478088"/>
          <p14:tracePt t="11538" x="4754563" y="2478088"/>
          <p14:tracePt t="11554" x="4764088" y="2478088"/>
          <p14:tracePt t="11568" x="4776788" y="2478088"/>
          <p14:tracePt t="11912" x="4786313" y="2478088"/>
          <p14:tracePt t="11925" x="4799013" y="2478088"/>
          <p14:tracePt t="11942" x="4830763" y="2478088"/>
          <p14:tracePt t="11943" x="4840288" y="2478088"/>
          <p14:tracePt t="11956" x="4862513" y="2478088"/>
          <p14:tracePt t="11970" x="4906963" y="2478088"/>
          <p14:tracePt t="11990" x="4938713" y="2478088"/>
          <p14:tracePt t="11991" x="4951413" y="2478088"/>
          <p14:tracePt t="12006" x="4968875" y="2478088"/>
          <p14:tracePt t="12192" x="4983163" y="2478088"/>
          <p14:tracePt t="12207" x="5022850" y="2478088"/>
          <p14:tracePt t="12223" x="5099050" y="2490788"/>
          <p14:tracePt t="12224" x="5111750" y="2490788"/>
          <p14:tracePt t="12237" x="5175250" y="2490788"/>
          <p14:tracePt t="12258" x="5241925" y="2500313"/>
          <p14:tracePt t="12258" x="5264150" y="2500313"/>
          <p14:tracePt t="12271" x="5273675" y="2513013"/>
          <p14:tracePt t="12334" x="5264150" y="2513013"/>
          <p14:tracePt t="12354" x="5205413" y="2544763"/>
          <p14:tracePt t="12355" x="5153025" y="2566988"/>
          <p14:tracePt t="12355" x="5133975" y="2566988"/>
          <p14:tracePt t="12368" x="4960938" y="2620963"/>
          <p14:tracePt t="12384" x="4616450" y="2697163"/>
          <p14:tracePt t="12385" x="4594225" y="2697163"/>
          <p14:tracePt t="12402" x="4572000" y="2705100"/>
          <p14:tracePt t="12402" x="4084638" y="2803525"/>
          <p14:tracePt t="12403" x="4054475" y="2813050"/>
          <p14:tracePt t="12424" x="3786188" y="2857500"/>
          <p14:tracePt t="12425" x="3589338" y="2889250"/>
          <p14:tracePt t="12425" x="3567113" y="2889250"/>
          <p14:tracePt t="12438" x="3397250" y="2911475"/>
          <p14:tracePt t="12439" x="3375025" y="2911475"/>
          <p14:tracePt t="12440" x="3367088" y="2911475"/>
          <p14:tracePt t="12440" x="3352800" y="2911475"/>
          <p14:tracePt t="12455" x="3268663" y="2919413"/>
          <p14:tracePt t="12456" x="3254375" y="2919413"/>
          <p14:tracePt t="12469" x="3236913" y="2919413"/>
          <p14:tracePt t="12553" x="3224213" y="2919413"/>
          <p14:tracePt t="12570" x="3201988" y="2919413"/>
          <p14:tracePt t="12586" x="3170238" y="2933700"/>
          <p14:tracePt t="12605" x="3138488" y="2933700"/>
          <p14:tracePt t="12606" x="3116263" y="2933700"/>
          <p14:tracePt t="12623" x="3032125" y="2941638"/>
          <p14:tracePt t="12636" x="2941638" y="2955925"/>
          <p14:tracePt t="12651" x="2813050" y="2978150"/>
          <p14:tracePt t="12652" x="2803525" y="2987675"/>
          <p14:tracePt t="12666" x="2682875" y="3009900"/>
          <p14:tracePt t="12680" x="2598738" y="3017838"/>
          <p14:tracePt t="12681" x="2589213" y="3017838"/>
          <p14:tracePt t="12698" x="2522538" y="3032125"/>
          <p14:tracePt t="12699" x="2522538" y="3040063"/>
          <p14:tracePt t="12711" x="2513013" y="3040063"/>
          <p14:tracePt t="12931" x="2522538" y="3040063"/>
          <p14:tracePt t="12943" x="2536825" y="3040063"/>
          <p14:tracePt t="12960" x="2589213" y="3040063"/>
          <p14:tracePt t="12975" x="2652713" y="3040063"/>
          <p14:tracePt t="12975" x="2665413" y="3040063"/>
          <p14:tracePt t="12992" x="2759075" y="3040063"/>
          <p14:tracePt t="12992" x="2773363" y="3040063"/>
          <p14:tracePt t="13006" x="2867025" y="3032125"/>
          <p14:tracePt t="13007" x="2879725" y="3032125"/>
          <p14:tracePt t="13023" x="2995613" y="3032125"/>
          <p14:tracePt t="13039" x="3094038" y="3032125"/>
          <p14:tracePt t="13041" x="3108325" y="3032125"/>
          <p14:tracePt t="13041" x="3116263" y="3032125"/>
          <p14:tracePt t="13056" x="3179763" y="3032125"/>
          <p14:tracePt t="13057" x="3192463" y="3032125"/>
          <p14:tracePt t="13073" x="3254375" y="3040063"/>
          <p14:tracePt t="13073" x="3268663" y="3040063"/>
          <p14:tracePt t="13088" x="3322638" y="3040063"/>
          <p14:tracePt t="13089" x="3330575" y="3040063"/>
          <p14:tracePt t="13103" x="3367088" y="3040063"/>
          <p14:tracePt t="13118" x="3406775" y="3040063"/>
          <p14:tracePt t="13136" x="3429000" y="3040063"/>
          <p14:tracePt t="13136" x="3438525" y="3040063"/>
          <p14:tracePt t="13155" x="3460750" y="3040063"/>
          <p14:tracePt t="13156" x="3473450" y="3040063"/>
          <p14:tracePt t="13168" x="3490913" y="3040063"/>
          <p14:tracePt t="13188" x="3505200" y="3040063"/>
          <p14:tracePt t="13188" x="3513138" y="3040063"/>
          <p14:tracePt t="13201" x="3527425" y="3040063"/>
          <p14:tracePt t="13367" x="3536950" y="3040063"/>
          <p14:tracePt t="13379" x="3549650" y="3040063"/>
          <p14:tracePt t="13394" x="3603625" y="3040063"/>
          <p14:tracePt t="13406" x="3665538" y="3040063"/>
          <p14:tracePt t="13423" x="3786188" y="3040063"/>
          <p14:tracePt t="13438" x="3795713" y="3040063"/>
          <p14:tracePt t="13439" x="3916363" y="3049588"/>
          <p14:tracePt t="13439" x="3924300" y="3049588"/>
          <p14:tracePt t="13440" x="3938588" y="3049588"/>
          <p14:tracePt t="13454" x="4032250" y="3049588"/>
          <p14:tracePt t="13471" x="4121150" y="3049588"/>
          <p14:tracePt t="13472" x="4130675" y="3049588"/>
          <p14:tracePt t="13485" x="4183063" y="3049588"/>
          <p14:tracePt t="13504" x="4227513" y="3049588"/>
          <p14:tracePt t="13521" x="4237038" y="3049588"/>
          <p14:tracePt t="14266" x="4251325" y="3049588"/>
          <p14:tracePt t="14478" x="4268788" y="3049588"/>
          <p14:tracePt t="14491" x="4281488" y="3049588"/>
          <p14:tracePt t="14508" x="4335463" y="3049588"/>
          <p14:tracePt t="14509" x="4344988" y="3049588"/>
          <p14:tracePt t="14525" x="4411663" y="3049588"/>
          <p14:tracePt t="14525" x="4419600" y="3049588"/>
          <p14:tracePt t="14538" x="4487863" y="3049588"/>
          <p14:tracePt t="14553" x="4562475" y="3049588"/>
          <p14:tracePt t="14554" x="4572000" y="3049588"/>
          <p14:tracePt t="14572" x="4625975" y="3049588"/>
          <p14:tracePt t="14573" x="4633913" y="3049588"/>
          <p14:tracePt t="14574" x="4648200" y="3049588"/>
          <p14:tracePt t="14589" x="4679950" y="3049588"/>
          <p14:tracePt t="14605" x="4702175" y="3049588"/>
          <p14:tracePt t="14619" x="4710113" y="3049588"/>
          <p14:tracePt t="14740" x="4702175" y="3062288"/>
          <p14:tracePt t="14754" x="4670425" y="3071813"/>
          <p14:tracePt t="14754" x="4656138" y="3084513"/>
          <p14:tracePt t="14769" x="4572000" y="3108325"/>
          <p14:tracePt t="14770" x="4562475" y="3108325"/>
          <p14:tracePt t="14770" x="4549775" y="3116263"/>
          <p14:tracePt t="14785" x="4441825" y="3148013"/>
          <p14:tracePt t="14786" x="4433888" y="3160713"/>
          <p14:tracePt t="14786" x="4419600" y="3160713"/>
          <p14:tracePt t="14800" x="4291013" y="3192463"/>
          <p14:tracePt t="14821" x="4281488" y="3192463"/>
          <p14:tracePt t="14822" x="4022725" y="3236913"/>
          <p14:tracePt t="14835" x="3924300" y="3254375"/>
          <p14:tracePt t="14855" x="3825875" y="3276600"/>
          <p14:tracePt t="14856" x="3795713" y="3276600"/>
          <p14:tracePt t="14869" x="3751263" y="3298825"/>
          <p14:tracePt t="14885" x="3719513" y="3298825"/>
          <p14:tracePt t="14905" x="3697288" y="3308350"/>
          <p14:tracePt t="14906" x="3687763" y="3308350"/>
          <p14:tracePt t="14920" x="3679825" y="3308350"/>
          <p14:tracePt t="14920" x="3679825" y="3322638"/>
          <p14:tracePt t="14935" x="3665538" y="3322638"/>
          <p14:tracePt t="14994" x="3656013" y="3322638"/>
          <p14:tracePt t="15006" x="3643313" y="3330575"/>
          <p14:tracePt t="15023" x="3611563" y="3344863"/>
          <p14:tracePt t="15024" x="3603625" y="3344863"/>
          <p14:tracePt t="15036" x="3567113" y="3352800"/>
          <p14:tracePt t="15053" x="3513138" y="3375025"/>
          <p14:tracePt t="15053" x="3505200" y="3375025"/>
          <p14:tracePt t="15072" x="3473450" y="3384550"/>
          <p14:tracePt t="15073" x="3451225" y="3384550"/>
          <p14:tracePt t="15087" x="3406775" y="3406775"/>
          <p14:tracePt t="15103" x="3375025" y="3419475"/>
          <p14:tracePt t="15120" x="3352800" y="3419475"/>
          <p14:tracePt t="15133" x="3352800" y="3429000"/>
          <p14:tracePt t="15162" x="3344863" y="3429000"/>
          <p14:tracePt t="15177" x="3330575" y="3438525"/>
          <p14:tracePt t="15193" x="3308350" y="3438525"/>
          <p14:tracePt t="15225" x="3298825" y="3451225"/>
          <p14:tracePt t="15241" x="3290888" y="3460750"/>
          <p14:tracePt t="15258" x="3268663" y="3473450"/>
          <p14:tracePt t="15271" x="3254375" y="3482975"/>
          <p14:tracePt t="15285" x="3246438" y="3490913"/>
          <p14:tracePt t="15285" x="3246438" y="3505200"/>
          <p14:tracePt t="15303" x="3236913" y="3513138"/>
          <p14:tracePt t="15304" x="3224213" y="3513138"/>
          <p14:tracePt t="15323" x="3214688" y="3527425"/>
          <p14:tracePt t="15336" x="3214688" y="3536950"/>
          <p14:tracePt t="15367" x="3201988" y="3549650"/>
          <p14:tracePt t="15367" x="3192463" y="3559175"/>
          <p14:tracePt t="15381" x="3192463" y="3567113"/>
          <p14:tracePt t="15388" x="3179763" y="3581400"/>
          <p14:tracePt t="15470" x="3192463" y="3581400"/>
          <p14:tracePt t="15775" x="3201988" y="3567113"/>
          <p14:tracePt t="15794" x="3224213" y="3567113"/>
          <p14:tracePt t="15812" x="3254375" y="3567113"/>
          <p14:tracePt t="15830" x="3298825" y="3559175"/>
          <p14:tracePt t="15844" x="3330575" y="3559175"/>
          <p14:tracePt t="15853" x="3344863" y="3559175"/>
          <p14:tracePt t="15854" x="3352800" y="3559175"/>
          <p14:tracePt t="15882" x="3367088" y="3559175"/>
          <p14:tracePt t="15902" x="3375025" y="3559175"/>
          <p14:tracePt t="16044" x="3384550" y="3559175"/>
          <p14:tracePt t="16221" x="3384550" y="3567113"/>
          <p14:tracePt t="16239" x="3384550" y="3581400"/>
          <p14:tracePt t="16239" x="3375025" y="3581400"/>
          <p14:tracePt t="16253" x="3367088" y="3589338"/>
          <p14:tracePt t="16273" x="3352800" y="3603625"/>
          <p14:tracePt t="16289" x="3344863" y="3611563"/>
          <p14:tracePt t="16306" x="3330575" y="3611563"/>
          <p14:tracePt t="16321" x="3308350" y="3621088"/>
          <p14:tracePt t="16322" x="3298825" y="3621088"/>
          <p14:tracePt t="16336" x="3276600" y="3633788"/>
          <p14:tracePt t="16337" x="3268663" y="3643313"/>
          <p14:tracePt t="16366" x="3224213" y="3656013"/>
          <p14:tracePt t="16366" x="3170238" y="3665538"/>
          <p14:tracePt t="16367" x="3170238" y="3679825"/>
          <p14:tracePt t="16380" x="3148013" y="3687763"/>
          <p14:tracePt t="16404" x="3125788" y="3697288"/>
          <p14:tracePt t="16424" x="3108325" y="3709988"/>
          <p14:tracePt t="16425" x="3094038" y="3719513"/>
          <p14:tracePt t="16440" x="3071813" y="3741738"/>
          <p14:tracePt t="16442" x="3062288" y="3741738"/>
          <p14:tracePt t="16460" x="3032125" y="3763963"/>
          <p14:tracePt t="16477" x="3032125" y="3773488"/>
          <p14:tracePt t="16478" x="2995613" y="3795713"/>
          <p14:tracePt t="16493" x="2978150" y="3817938"/>
          <p14:tracePt t="16493" x="2965450" y="3817938"/>
          <p14:tracePt t="16508" x="2919413" y="3848100"/>
          <p14:tracePt t="16528" x="2835275" y="3894138"/>
          <p14:tracePt t="16530" x="2825750" y="3902075"/>
          <p14:tracePt t="16531" x="2813050" y="3902075"/>
          <p14:tracePt t="16548" x="2697163" y="3956050"/>
          <p14:tracePt t="16549" x="2682875" y="3956050"/>
          <p14:tracePt t="16567" x="2576513" y="4010025"/>
          <p14:tracePt t="16568" x="2566988" y="4022725"/>
          <p14:tracePt t="16569" x="2554288" y="4022725"/>
          <p14:tracePt t="16589" x="2468563" y="4054475"/>
          <p14:tracePt t="16589" x="2446338" y="4054475"/>
          <p14:tracePt t="16602" x="2416175" y="4076700"/>
          <p14:tracePt t="16623" x="2393950" y="4076700"/>
          <p14:tracePt t="16624" x="2384425" y="4076700"/>
          <p14:tracePt t="16636" x="2384425" y="4084638"/>
          <p14:tracePt t="16650" x="2370138" y="4084638"/>
          <p14:tracePt t="16673" x="2362200" y="4098925"/>
          <p14:tracePt t="16674" x="2347913" y="4098925"/>
          <p14:tracePt t="16690" x="2330450" y="4121150"/>
          <p14:tracePt t="16691" x="2308225" y="4121150"/>
          <p14:tracePt t="16719" x="2295525" y="4130675"/>
          <p14:tracePt t="16811" x="2317750" y="4130675"/>
          <p14:tracePt t="16823" x="2362200" y="4121150"/>
          <p14:tracePt t="16837" x="2406650" y="4108450"/>
          <p14:tracePt t="16858" x="2500313" y="4076700"/>
          <p14:tracePt t="16874" x="2576513" y="4054475"/>
          <p14:tracePt t="16875" x="2589213" y="4054475"/>
          <p14:tracePt t="16876" x="2589213" y="4044950"/>
          <p14:tracePt t="16876" x="2598738" y="4044950"/>
          <p14:tracePt t="16890" x="2665413" y="4032250"/>
          <p14:tracePt t="16890" x="2674938" y="4032250"/>
          <p14:tracePt t="16905" x="2727325" y="4032250"/>
          <p14:tracePt t="16906" x="2736850" y="4032250"/>
          <p14:tracePt t="16924" x="2803525" y="4032250"/>
          <p14:tracePt t="16940" x="2857500" y="4032250"/>
          <p14:tracePt t="16941" x="2867025" y="4032250"/>
          <p14:tracePt t="16957" x="2941638" y="4044950"/>
          <p14:tracePt t="16957" x="2955925" y="4044950"/>
          <p14:tracePt t="16974" x="3062288" y="4044950"/>
          <p14:tracePt t="16975" x="3071813" y="4044950"/>
          <p14:tracePt t="16976" x="3084513" y="4044950"/>
          <p14:tracePt t="16989" x="3170238" y="4032250"/>
          <p14:tracePt t="17004" x="3268663" y="4032250"/>
          <p14:tracePt t="17005" x="3276600" y="4032250"/>
          <p14:tracePt t="17005" x="3290888" y="4032250"/>
          <p14:tracePt t="17024" x="3298825" y="4032250"/>
          <p14:tracePt t="17024" x="3397250" y="4032250"/>
          <p14:tracePt t="17025" x="3419475" y="4032250"/>
          <p14:tracePt t="17041" x="3505200" y="4022725"/>
          <p14:tracePt t="17058" x="3559175" y="4022725"/>
          <p14:tracePt t="17058" x="3567113" y="4022725"/>
          <p14:tracePt t="17071" x="3589338" y="4022725"/>
          <p14:tracePt t="17088" x="3603625" y="4022725"/>
          <p14:tracePt t="17130" x="3611563" y="4022725"/>
          <p14:tracePt t="17143" x="3643313" y="4022725"/>
          <p14:tracePt t="17161" x="3709988" y="4032250"/>
          <p14:tracePt t="17162" x="3719513" y="4032250"/>
          <p14:tracePt t="17175" x="3795713" y="4044950"/>
          <p14:tracePt t="17193" x="3902075" y="4062413"/>
          <p14:tracePt t="17211" x="3978275" y="4076700"/>
          <p14:tracePt t="17212" x="3978275" y="4084638"/>
          <p14:tracePt t="17228" x="4000500" y="4084638"/>
          <p14:tracePt t="17243" x="4000500" y="4098925"/>
          <p14:tracePt t="17260" x="4000500" y="4108450"/>
          <p14:tracePt t="17275" x="3978275" y="4130675"/>
          <p14:tracePt t="17275" x="3978275" y="4138613"/>
          <p14:tracePt t="17292" x="3946525" y="4175125"/>
          <p14:tracePt t="17294" x="3938588" y="4183063"/>
          <p14:tracePt t="17311" x="3848100" y="4259263"/>
          <p14:tracePt t="17327" x="3732213" y="4322763"/>
          <p14:tracePt t="17328" x="3709988" y="4344988"/>
          <p14:tracePt t="17346" x="3581400" y="4411663"/>
          <p14:tracePt t="17346" x="3559175" y="4411663"/>
          <p14:tracePt t="17360" x="3482975" y="4451350"/>
          <p14:tracePt t="17360" x="3473450" y="4451350"/>
          <p14:tracePt t="17374" x="3419475" y="4487863"/>
          <p14:tracePt t="17391" x="3375025" y="4495800"/>
          <p14:tracePt t="17405" x="3367088" y="4510088"/>
          <p14:tracePt t="17422" x="3344863" y="4518025"/>
          <p14:tracePt t="17437" x="3330575" y="4527550"/>
          <p14:tracePt t="17454" x="3290888" y="4540250"/>
          <p14:tracePt t="17471" x="3224213" y="4562475"/>
          <p14:tracePt t="17488" x="3125788" y="4581525"/>
          <p14:tracePt t="17501" x="3062288" y="4594225"/>
          <p14:tracePt t="17516" x="2965450" y="4603750"/>
          <p14:tracePt t="17535" x="2889250" y="4625975"/>
          <p14:tracePt t="17536" x="2879725" y="4625975"/>
          <p14:tracePt t="17536" x="2867025" y="4625975"/>
          <p14:tracePt t="17549" x="2835275" y="4625975"/>
          <p14:tracePt t="17563" x="2825750" y="4625975"/>
          <p14:tracePt t="17670" x="2825750" y="4633913"/>
          <p14:tracePt t="17687" x="2813050" y="4648200"/>
          <p14:tracePt t="17768" x="2803525" y="4648200"/>
          <p14:tracePt t="17786" x="2781300" y="4656138"/>
          <p14:tracePt t="17787" x="2773363" y="4670425"/>
          <p14:tracePt t="17799" x="2719388" y="4670425"/>
          <p14:tracePt t="17815" x="2719388" y="4679950"/>
          <p14:tracePt t="17815" x="2643188" y="4679950"/>
          <p14:tracePt t="17827" x="2598738" y="4679950"/>
          <p14:tracePt t="17842" x="2544763" y="4692650"/>
          <p14:tracePt t="17875" x="2513013" y="4692650"/>
          <p14:tracePt t="18021" x="2490788" y="4692650"/>
          <p14:tracePt t="18033" x="2478088" y="4692650"/>
          <p14:tracePt t="18065" x="2468563" y="4692650"/>
          <p14:tracePt t="18126" x="2478088" y="4679950"/>
          <p14:tracePt t="18138" x="2513013" y="4679950"/>
          <p14:tracePt t="18158" x="2608263" y="4656138"/>
          <p14:tracePt t="18159" x="2620963" y="4656138"/>
          <p14:tracePt t="18159" x="2630488" y="4656138"/>
          <p14:tracePt t="18173" x="2759075" y="4648200"/>
          <p14:tracePt t="18193" x="2987675" y="4648200"/>
          <p14:tracePt t="18207" x="3116263" y="4648200"/>
          <p14:tracePt t="18208" x="3125788" y="4656138"/>
          <p14:tracePt t="18208" x="3138488" y="4656138"/>
          <p14:tracePt t="18224" x="3246438" y="4656138"/>
          <p14:tracePt t="18239" x="3298825" y="4670425"/>
          <p14:tracePt t="18241" x="3308350" y="4670425"/>
          <p14:tracePt t="18259" x="3330575" y="4679950"/>
          <p14:tracePt t="18316" x="3330575" y="4670425"/>
          <p14:tracePt t="18317" x="3330575" y="4679950"/>
          <p14:tracePt t="18342" x="3330575" y="4670425"/>
          <p14:tracePt t="18402" x="3330575" y="4679950"/>
          <p14:tracePt t="18452" x="3344863" y="4692650"/>
          <p14:tracePt t="18479" x="3344863" y="4702175"/>
          <p14:tracePt t="18490" x="3344863" y="4710113"/>
          <p14:tracePt t="18505" x="3344863" y="4724400"/>
          <p14:tracePt t="18522" x="3352800" y="4724400"/>
          <p14:tracePt t="18536" x="3367088" y="4724400"/>
          <p14:tracePt t="18553" x="3384550" y="4710113"/>
          <p14:tracePt t="18554" x="3397250" y="4710113"/>
          <p14:tracePt t="18567" x="3419475" y="4710113"/>
          <p14:tracePt t="18567" x="3429000" y="4710113"/>
          <p14:tracePt t="18589" x="3473450" y="4710113"/>
          <p14:tracePt t="18589" x="3513138" y="4702175"/>
          <p14:tracePt t="18603" x="3559175" y="4702175"/>
          <p14:tracePt t="18604" x="3567113" y="4702175"/>
          <p14:tracePt t="18623" x="3621088" y="4702175"/>
          <p14:tracePt t="18636" x="3633788" y="4702175"/>
          <p14:tracePt t="18636" x="3656013" y="4702175"/>
          <p14:tracePt t="18653" x="3697288" y="4692650"/>
          <p14:tracePt t="18670" x="3732213" y="4692650"/>
          <p14:tracePt t="18672" x="3741738" y="4692650"/>
          <p14:tracePt t="18685" x="3763963" y="4692650"/>
          <p14:tracePt t="18715" x="3786188" y="4692650"/>
          <p14:tracePt t="18716" x="3817938" y="4692650"/>
          <p14:tracePt t="18733" x="3848100" y="4692650"/>
          <p14:tracePt t="18734" x="3862388" y="4692650"/>
          <p14:tracePt t="18747" x="3894138" y="4692650"/>
          <p14:tracePt t="18768" x="3916363" y="4692650"/>
          <p14:tracePt t="18769" x="3938588" y="4692650"/>
          <p14:tracePt t="18787" x="3956050" y="4692650"/>
          <p14:tracePt t="18788" x="3968750" y="4692650"/>
          <p14:tracePt t="18801" x="3990975" y="4702175"/>
          <p14:tracePt t="18830" x="4022725" y="4702175"/>
          <p14:tracePt t="18830" x="4044950" y="4702175"/>
          <p14:tracePt t="18846" x="4054475" y="4702175"/>
          <p14:tracePt t="18852" x="4062413" y="4702175"/>
          <p14:tracePt t="18853" x="4076700" y="4702175"/>
          <p14:tracePt t="18880" x="4084638" y="4702175"/>
          <p14:tracePt t="18880" x="4098925" y="4702175"/>
          <p14:tracePt t="18893" x="4108450" y="4702175"/>
          <p14:tracePt t="18907" x="4121150" y="4702175"/>
          <p14:tracePt t="18924" x="4130675" y="4702175"/>
          <p14:tracePt t="18939" x="4138613" y="4702175"/>
          <p14:tracePt t="18956" x="4152900" y="4702175"/>
        </p14:tracePtLst>
      </p14:laserTraceLst>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4" name="Picture 93">
            <a:extLst>
              <a:ext uri="{FF2B5EF4-FFF2-40B4-BE49-F238E27FC236}">
                <a16:creationId xmlns:a16="http://schemas.microsoft.com/office/drawing/2014/main" id="{20C4285B-0F65-20D6-45FE-1BC096200BA4}"/>
              </a:ext>
            </a:extLst>
          </p:cNvPr>
          <p:cNvPicPr>
            <a:picLocks noChangeAspect="1"/>
          </p:cNvPicPr>
          <p:nvPr/>
        </p:nvPicPr>
        <p:blipFill>
          <a:blip r:embed="rId3"/>
          <a:srcRect/>
          <a:stretch>
            <a:fillRect/>
          </a:stretch>
        </p:blipFill>
        <p:spPr>
          <a:xfrm>
            <a:off x="3100315" y="2097417"/>
            <a:ext cx="2776321" cy="1728845"/>
          </a:xfrm>
          <a:custGeom>
            <a:avLst/>
            <a:gdLst>
              <a:gd name="connsiteX0" fmla="*/ 2625609 w 3467100"/>
              <a:gd name="connsiteY0" fmla="*/ 1477605 h 2159000"/>
              <a:gd name="connsiteX1" fmla="*/ 2520676 w 3467100"/>
              <a:gd name="connsiteY1" fmla="*/ 1681212 h 2159000"/>
              <a:gd name="connsiteX2" fmla="*/ 3335108 w 3467100"/>
              <a:gd name="connsiteY2" fmla="*/ 2100948 h 2159000"/>
              <a:gd name="connsiteX3" fmla="*/ 3440042 w 3467100"/>
              <a:gd name="connsiteY3" fmla="*/ 1897340 h 2159000"/>
              <a:gd name="connsiteX4" fmla="*/ 3358232 w 3467100"/>
              <a:gd name="connsiteY4" fmla="*/ 601229 h 2159000"/>
              <a:gd name="connsiteX5" fmla="*/ 2485740 w 3467100"/>
              <a:gd name="connsiteY5" fmla="*/ 880932 h 2159000"/>
              <a:gd name="connsiteX6" fmla="*/ 2555665 w 3467100"/>
              <a:gd name="connsiteY6" fmla="*/ 1099055 h 2159000"/>
              <a:gd name="connsiteX7" fmla="*/ 3428158 w 3467100"/>
              <a:gd name="connsiteY7" fmla="*/ 819352 h 2159000"/>
              <a:gd name="connsiteX8" fmla="*/ 0 w 3467100"/>
              <a:gd name="connsiteY8" fmla="*/ 0 h 2159000"/>
              <a:gd name="connsiteX9" fmla="*/ 983156 w 3467100"/>
              <a:gd name="connsiteY9" fmla="*/ 0 h 2159000"/>
              <a:gd name="connsiteX10" fmla="*/ 1218440 w 3467100"/>
              <a:gd name="connsiteY10" fmla="*/ 403754 h 2159000"/>
              <a:gd name="connsiteX11" fmla="*/ 1416346 w 3467100"/>
              <a:gd name="connsiteY11" fmla="*/ 288426 h 2159000"/>
              <a:gd name="connsiteX12" fmla="*/ 1248268 w 3467100"/>
              <a:gd name="connsiteY12" fmla="*/ 0 h 2159000"/>
              <a:gd name="connsiteX13" fmla="*/ 2164301 w 3467100"/>
              <a:gd name="connsiteY13" fmla="*/ 0 h 2159000"/>
              <a:gd name="connsiteX14" fmla="*/ 1922700 w 3467100"/>
              <a:gd name="connsiteY14" fmla="*/ 374086 h 2159000"/>
              <a:gd name="connsiteX15" fmla="*/ 2115116 w 3467100"/>
              <a:gd name="connsiteY15" fmla="*/ 498356 h 2159000"/>
              <a:gd name="connsiteX16" fmla="*/ 2436976 w 3467100"/>
              <a:gd name="connsiteY16" fmla="*/ 0 h 2159000"/>
              <a:gd name="connsiteX17" fmla="*/ 3467100 w 3467100"/>
              <a:gd name="connsiteY17" fmla="*/ 0 h 2159000"/>
              <a:gd name="connsiteX18" fmla="*/ 3467100 w 3467100"/>
              <a:gd name="connsiteY18" fmla="*/ 2159000 h 2159000"/>
              <a:gd name="connsiteX19" fmla="*/ 2243642 w 3467100"/>
              <a:gd name="connsiteY19" fmla="*/ 2159000 h 2159000"/>
              <a:gd name="connsiteX20" fmla="*/ 2156711 w 3467100"/>
              <a:gd name="connsiteY20" fmla="*/ 1704411 h 2159000"/>
              <a:gd name="connsiteX21" fmla="*/ 1931731 w 3467100"/>
              <a:gd name="connsiteY21" fmla="*/ 1747434 h 2159000"/>
              <a:gd name="connsiteX22" fmla="*/ 2010434 w 3467100"/>
              <a:gd name="connsiteY22" fmla="*/ 2159000 h 2159000"/>
              <a:gd name="connsiteX23" fmla="*/ 1339819 w 3467100"/>
              <a:gd name="connsiteY23" fmla="*/ 2159000 h 2159000"/>
              <a:gd name="connsiteX24" fmla="*/ 1456576 w 3467100"/>
              <a:gd name="connsiteY24" fmla="*/ 1627972 h 2159000"/>
              <a:gd name="connsiteX25" fmla="*/ 1232863 w 3467100"/>
              <a:gd name="connsiteY25" fmla="*/ 1578785 h 2159000"/>
              <a:gd name="connsiteX26" fmla="*/ 1105291 w 3467100"/>
              <a:gd name="connsiteY26" fmla="*/ 2159000 h 2159000"/>
              <a:gd name="connsiteX27" fmla="*/ 0 w 3467100"/>
              <a:gd name="connsiteY27" fmla="*/ 2159000 h 2159000"/>
              <a:gd name="connsiteX28" fmla="*/ 0 w 3467100"/>
              <a:gd name="connsiteY28" fmla="*/ 1641741 h 2159000"/>
              <a:gd name="connsiteX29" fmla="*/ 443025 w 3467100"/>
              <a:gd name="connsiteY29" fmla="*/ 1496749 h 2159000"/>
              <a:gd name="connsiteX30" fmla="*/ 371779 w 3467100"/>
              <a:gd name="connsiteY30" fmla="*/ 1279054 h 2159000"/>
              <a:gd name="connsiteX31" fmla="*/ 0 w 3467100"/>
              <a:gd name="connsiteY31" fmla="*/ 1400729 h 2159000"/>
              <a:gd name="connsiteX32" fmla="*/ 0 w 3467100"/>
              <a:gd name="connsiteY32" fmla="*/ 569413 h 2159000"/>
              <a:gd name="connsiteX33" fmla="*/ 410608 w 3467100"/>
              <a:gd name="connsiteY33" fmla="*/ 962023 h 2159000"/>
              <a:gd name="connsiteX34" fmla="*/ 568906 w 3467100"/>
              <a:gd name="connsiteY34" fmla="*/ 796468 h 2159000"/>
              <a:gd name="connsiteX35" fmla="*/ 0 w 3467100"/>
              <a:gd name="connsiteY35" fmla="*/ 252497 h 2159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3467100" h="2159000">
                <a:moveTo>
                  <a:pt x="2625609" y="1477605"/>
                </a:moveTo>
                <a:lnTo>
                  <a:pt x="2520676" y="1681212"/>
                </a:lnTo>
                <a:lnTo>
                  <a:pt x="3335108" y="2100948"/>
                </a:lnTo>
                <a:lnTo>
                  <a:pt x="3440042" y="1897340"/>
                </a:lnTo>
                <a:close/>
                <a:moveTo>
                  <a:pt x="3358232" y="601229"/>
                </a:moveTo>
                <a:lnTo>
                  <a:pt x="2485740" y="880932"/>
                </a:lnTo>
                <a:lnTo>
                  <a:pt x="2555665" y="1099055"/>
                </a:lnTo>
                <a:lnTo>
                  <a:pt x="3428158" y="819352"/>
                </a:lnTo>
                <a:close/>
                <a:moveTo>
                  <a:pt x="0" y="0"/>
                </a:moveTo>
                <a:lnTo>
                  <a:pt x="983156" y="0"/>
                </a:lnTo>
                <a:lnTo>
                  <a:pt x="1218440" y="403754"/>
                </a:lnTo>
                <a:lnTo>
                  <a:pt x="1416346" y="288426"/>
                </a:lnTo>
                <a:lnTo>
                  <a:pt x="1248268" y="0"/>
                </a:lnTo>
                <a:lnTo>
                  <a:pt x="2164301" y="0"/>
                </a:lnTo>
                <a:lnTo>
                  <a:pt x="1922700" y="374086"/>
                </a:lnTo>
                <a:lnTo>
                  <a:pt x="2115116" y="498356"/>
                </a:lnTo>
                <a:lnTo>
                  <a:pt x="2436976" y="0"/>
                </a:lnTo>
                <a:lnTo>
                  <a:pt x="3467100" y="0"/>
                </a:lnTo>
                <a:lnTo>
                  <a:pt x="3467100" y="2159000"/>
                </a:lnTo>
                <a:lnTo>
                  <a:pt x="2243642" y="2159000"/>
                </a:lnTo>
                <a:lnTo>
                  <a:pt x="2156711" y="1704411"/>
                </a:lnTo>
                <a:lnTo>
                  <a:pt x="1931731" y="1747434"/>
                </a:lnTo>
                <a:lnTo>
                  <a:pt x="2010434" y="2159000"/>
                </a:lnTo>
                <a:lnTo>
                  <a:pt x="1339819" y="2159000"/>
                </a:lnTo>
                <a:lnTo>
                  <a:pt x="1456576" y="1627972"/>
                </a:lnTo>
                <a:lnTo>
                  <a:pt x="1232863" y="1578785"/>
                </a:lnTo>
                <a:lnTo>
                  <a:pt x="1105291" y="2159000"/>
                </a:lnTo>
                <a:lnTo>
                  <a:pt x="0" y="2159000"/>
                </a:lnTo>
                <a:lnTo>
                  <a:pt x="0" y="1641741"/>
                </a:lnTo>
                <a:lnTo>
                  <a:pt x="443025" y="1496749"/>
                </a:lnTo>
                <a:lnTo>
                  <a:pt x="371779" y="1279054"/>
                </a:lnTo>
                <a:lnTo>
                  <a:pt x="0" y="1400729"/>
                </a:lnTo>
                <a:lnTo>
                  <a:pt x="0" y="569413"/>
                </a:lnTo>
                <a:lnTo>
                  <a:pt x="410608" y="962023"/>
                </a:lnTo>
                <a:lnTo>
                  <a:pt x="568906" y="796468"/>
                </a:lnTo>
                <a:lnTo>
                  <a:pt x="0" y="252497"/>
                </a:lnTo>
                <a:close/>
              </a:path>
            </a:pathLst>
          </a:custGeom>
        </p:spPr>
      </p:pic>
      <p:sp>
        <p:nvSpPr>
          <p:cNvPr id="47" name="Freeform 46">
            <a:extLst>
              <a:ext uri="{FF2B5EF4-FFF2-40B4-BE49-F238E27FC236}">
                <a16:creationId xmlns:a16="http://schemas.microsoft.com/office/drawing/2014/main" id="{4EBAD898-1C0F-8369-B711-528CCD143CAD}"/>
              </a:ext>
            </a:extLst>
          </p:cNvPr>
          <p:cNvSpPr/>
          <p:nvPr/>
        </p:nvSpPr>
        <p:spPr>
          <a:xfrm>
            <a:off x="3311725" y="2273103"/>
            <a:ext cx="2385604" cy="1422568"/>
          </a:xfrm>
          <a:custGeom>
            <a:avLst/>
            <a:gdLst>
              <a:gd name="connsiteX0" fmla="*/ 1653339 w 2985208"/>
              <a:gd name="connsiteY0" fmla="*/ 0 h 1829531"/>
              <a:gd name="connsiteX1" fmla="*/ 1923286 w 2985208"/>
              <a:gd name="connsiteY1" fmla="*/ 111816 h 1829531"/>
              <a:gd name="connsiteX2" fmla="*/ 1962359 w 2985208"/>
              <a:gd name="connsiteY2" fmla="*/ 159172 h 1829531"/>
              <a:gd name="connsiteX3" fmla="*/ 2026501 w 2985208"/>
              <a:gd name="connsiteY3" fmla="*/ 152706 h 1829531"/>
              <a:gd name="connsiteX4" fmla="*/ 2400508 w 2985208"/>
              <a:gd name="connsiteY4" fmla="*/ 457531 h 1829531"/>
              <a:gd name="connsiteX5" fmla="*/ 2404294 w 2985208"/>
              <a:gd name="connsiteY5" fmla="*/ 495090 h 1829531"/>
              <a:gd name="connsiteX6" fmla="*/ 2435131 w 2985208"/>
              <a:gd name="connsiteY6" fmla="*/ 511827 h 1829531"/>
              <a:gd name="connsiteX7" fmla="*/ 2603446 w 2985208"/>
              <a:gd name="connsiteY7" fmla="*/ 828391 h 1829531"/>
              <a:gd name="connsiteX8" fmla="*/ 2602276 w 2985208"/>
              <a:gd name="connsiteY8" fmla="*/ 839996 h 1829531"/>
              <a:gd name="connsiteX9" fmla="*/ 2603445 w 2985208"/>
              <a:gd name="connsiteY9" fmla="*/ 839878 h 1829531"/>
              <a:gd name="connsiteX10" fmla="*/ 2985208 w 2985208"/>
              <a:gd name="connsiteY10" fmla="*/ 1221641 h 1829531"/>
              <a:gd name="connsiteX11" fmla="*/ 2603445 w 2985208"/>
              <a:gd name="connsiteY11" fmla="*/ 1603404 h 1829531"/>
              <a:gd name="connsiteX12" fmla="*/ 2526507 w 2985208"/>
              <a:gd name="connsiteY12" fmla="*/ 1595648 h 1829531"/>
              <a:gd name="connsiteX13" fmla="*/ 2506211 w 2985208"/>
              <a:gd name="connsiteY13" fmla="*/ 1589348 h 1829531"/>
              <a:gd name="connsiteX14" fmla="*/ 2489451 w 2985208"/>
              <a:gd name="connsiteY14" fmla="*/ 1620227 h 1829531"/>
              <a:gd name="connsiteX15" fmla="*/ 2172887 w 2985208"/>
              <a:gd name="connsiteY15" fmla="*/ 1788542 h 1829531"/>
              <a:gd name="connsiteX16" fmla="*/ 1856323 w 2985208"/>
              <a:gd name="connsiteY16" fmla="*/ 1620226 h 1829531"/>
              <a:gd name="connsiteX17" fmla="*/ 1855859 w 2985208"/>
              <a:gd name="connsiteY17" fmla="*/ 1619371 h 1829531"/>
              <a:gd name="connsiteX18" fmla="*/ 1820348 w 2985208"/>
              <a:gd name="connsiteY18" fmla="*/ 1662410 h 1829531"/>
              <a:gd name="connsiteX19" fmla="*/ 1550401 w 2985208"/>
              <a:gd name="connsiteY19" fmla="*/ 1774226 h 1829531"/>
              <a:gd name="connsiteX20" fmla="*/ 1473463 w 2985208"/>
              <a:gd name="connsiteY20" fmla="*/ 1766470 h 1829531"/>
              <a:gd name="connsiteX21" fmla="*/ 1473272 w 2985208"/>
              <a:gd name="connsiteY21" fmla="*/ 1766411 h 1829531"/>
              <a:gd name="connsiteX22" fmla="*/ 1412254 w 2985208"/>
              <a:gd name="connsiteY22" fmla="*/ 1799530 h 1829531"/>
              <a:gd name="connsiteX23" fmla="*/ 1263654 w 2985208"/>
              <a:gd name="connsiteY23" fmla="*/ 1829531 h 1829531"/>
              <a:gd name="connsiteX24" fmla="*/ 947090 w 2985208"/>
              <a:gd name="connsiteY24" fmla="*/ 1661215 h 1829531"/>
              <a:gd name="connsiteX25" fmla="*/ 941651 w 2985208"/>
              <a:gd name="connsiteY25" fmla="*/ 1651195 h 1829531"/>
              <a:gd name="connsiteX26" fmla="*/ 902616 w 2985208"/>
              <a:gd name="connsiteY26" fmla="*/ 1673631 h 1829531"/>
              <a:gd name="connsiteX27" fmla="*/ 737106 w 2985208"/>
              <a:gd name="connsiteY27" fmla="*/ 1711277 h 1829531"/>
              <a:gd name="connsiteX28" fmla="*/ 467159 w 2985208"/>
              <a:gd name="connsiteY28" fmla="*/ 1599461 h 1829531"/>
              <a:gd name="connsiteX29" fmla="*/ 443553 w 2985208"/>
              <a:gd name="connsiteY29" fmla="*/ 1570851 h 1829531"/>
              <a:gd name="connsiteX30" fmla="*/ 381763 w 2985208"/>
              <a:gd name="connsiteY30" fmla="*/ 1576303 h 1829531"/>
              <a:gd name="connsiteX31" fmla="*/ 0 w 2985208"/>
              <a:gd name="connsiteY31" fmla="*/ 1194540 h 1829531"/>
              <a:gd name="connsiteX32" fmla="*/ 233164 w 2985208"/>
              <a:gd name="connsiteY32" fmla="*/ 842778 h 1829531"/>
              <a:gd name="connsiteX33" fmla="*/ 270238 w 2985208"/>
              <a:gd name="connsiteY33" fmla="*/ 831269 h 1829531"/>
              <a:gd name="connsiteX34" fmla="*/ 268374 w 2985208"/>
              <a:gd name="connsiteY34" fmla="*/ 812778 h 1829531"/>
              <a:gd name="connsiteX35" fmla="*/ 650137 w 2985208"/>
              <a:gd name="connsiteY35" fmla="*/ 431015 h 1829531"/>
              <a:gd name="connsiteX36" fmla="*/ 798736 w 2985208"/>
              <a:gd name="connsiteY36" fmla="*/ 461016 h 1829531"/>
              <a:gd name="connsiteX37" fmla="*/ 814469 w 2985208"/>
              <a:gd name="connsiteY37" fmla="*/ 469556 h 1829531"/>
              <a:gd name="connsiteX38" fmla="*/ 813460 w 2985208"/>
              <a:gd name="connsiteY38" fmla="*/ 458116 h 1829531"/>
              <a:gd name="connsiteX39" fmla="*/ 1195223 w 2985208"/>
              <a:gd name="connsiteY39" fmla="*/ 76353 h 1829531"/>
              <a:gd name="connsiteX40" fmla="*/ 1326486 w 2985208"/>
              <a:gd name="connsiteY40" fmla="*/ 99518 h 1829531"/>
              <a:gd name="connsiteX41" fmla="*/ 1374902 w 2985208"/>
              <a:gd name="connsiteY41" fmla="*/ 122105 h 1829531"/>
              <a:gd name="connsiteX42" fmla="*/ 1383392 w 2985208"/>
              <a:gd name="connsiteY42" fmla="*/ 111816 h 1829531"/>
              <a:gd name="connsiteX43" fmla="*/ 1653339 w 2985208"/>
              <a:gd name="connsiteY43" fmla="*/ 0 h 1829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985208" h="1829531">
                <a:moveTo>
                  <a:pt x="1653339" y="0"/>
                </a:moveTo>
                <a:cubicBezTo>
                  <a:pt x="1758760" y="0"/>
                  <a:pt x="1854201" y="42730"/>
                  <a:pt x="1923286" y="111816"/>
                </a:cubicBezTo>
                <a:lnTo>
                  <a:pt x="1962359" y="159172"/>
                </a:lnTo>
                <a:lnTo>
                  <a:pt x="2026501" y="152706"/>
                </a:lnTo>
                <a:cubicBezTo>
                  <a:pt x="2210988" y="152706"/>
                  <a:pt x="2364910" y="283567"/>
                  <a:pt x="2400508" y="457531"/>
                </a:cubicBezTo>
                <a:lnTo>
                  <a:pt x="2404294" y="495090"/>
                </a:lnTo>
                <a:lnTo>
                  <a:pt x="2435131" y="511827"/>
                </a:lnTo>
                <a:cubicBezTo>
                  <a:pt x="2536680" y="580433"/>
                  <a:pt x="2603446" y="696615"/>
                  <a:pt x="2603446" y="828391"/>
                </a:cubicBezTo>
                <a:lnTo>
                  <a:pt x="2602276" y="839996"/>
                </a:lnTo>
                <a:lnTo>
                  <a:pt x="2603445" y="839878"/>
                </a:lnTo>
                <a:cubicBezTo>
                  <a:pt x="2814287" y="839878"/>
                  <a:pt x="2985208" y="1010799"/>
                  <a:pt x="2985208" y="1221641"/>
                </a:cubicBezTo>
                <a:cubicBezTo>
                  <a:pt x="2985208" y="1432483"/>
                  <a:pt x="2814287" y="1603404"/>
                  <a:pt x="2603445" y="1603404"/>
                </a:cubicBezTo>
                <a:cubicBezTo>
                  <a:pt x="2577090" y="1603404"/>
                  <a:pt x="2551358" y="1600733"/>
                  <a:pt x="2526507" y="1595648"/>
                </a:cubicBezTo>
                <a:lnTo>
                  <a:pt x="2506211" y="1589348"/>
                </a:lnTo>
                <a:lnTo>
                  <a:pt x="2489451" y="1620227"/>
                </a:lnTo>
                <a:cubicBezTo>
                  <a:pt x="2420845" y="1721776"/>
                  <a:pt x="2304663" y="1788542"/>
                  <a:pt x="2172887" y="1788542"/>
                </a:cubicBezTo>
                <a:cubicBezTo>
                  <a:pt x="2041111" y="1788542"/>
                  <a:pt x="1924929" y="1721776"/>
                  <a:pt x="1856323" y="1620226"/>
                </a:cubicBezTo>
                <a:lnTo>
                  <a:pt x="1855859" y="1619371"/>
                </a:lnTo>
                <a:lnTo>
                  <a:pt x="1820348" y="1662410"/>
                </a:lnTo>
                <a:cubicBezTo>
                  <a:pt x="1751263" y="1731496"/>
                  <a:pt x="1655822" y="1774226"/>
                  <a:pt x="1550401" y="1774226"/>
                </a:cubicBezTo>
                <a:cubicBezTo>
                  <a:pt x="1524046" y="1774226"/>
                  <a:pt x="1498314" y="1771555"/>
                  <a:pt x="1473463" y="1766470"/>
                </a:cubicBezTo>
                <a:lnTo>
                  <a:pt x="1473272" y="1766411"/>
                </a:lnTo>
                <a:lnTo>
                  <a:pt x="1412254" y="1799530"/>
                </a:lnTo>
                <a:cubicBezTo>
                  <a:pt x="1366580" y="1818849"/>
                  <a:pt x="1316365" y="1829531"/>
                  <a:pt x="1263654" y="1829531"/>
                </a:cubicBezTo>
                <a:cubicBezTo>
                  <a:pt x="1131878" y="1829531"/>
                  <a:pt x="1015696" y="1762765"/>
                  <a:pt x="947090" y="1661215"/>
                </a:cubicBezTo>
                <a:lnTo>
                  <a:pt x="941651" y="1651195"/>
                </a:lnTo>
                <a:lnTo>
                  <a:pt x="902616" y="1673631"/>
                </a:lnTo>
                <a:cubicBezTo>
                  <a:pt x="852547" y="1697757"/>
                  <a:pt x="796405" y="1711277"/>
                  <a:pt x="737106" y="1711277"/>
                </a:cubicBezTo>
                <a:cubicBezTo>
                  <a:pt x="631685" y="1711277"/>
                  <a:pt x="536244" y="1668547"/>
                  <a:pt x="467159" y="1599461"/>
                </a:cubicBezTo>
                <a:lnTo>
                  <a:pt x="443553" y="1570851"/>
                </a:lnTo>
                <a:lnTo>
                  <a:pt x="381763" y="1576303"/>
                </a:lnTo>
                <a:cubicBezTo>
                  <a:pt x="170921" y="1576303"/>
                  <a:pt x="0" y="1405382"/>
                  <a:pt x="0" y="1194540"/>
                </a:cubicBezTo>
                <a:cubicBezTo>
                  <a:pt x="0" y="1036409"/>
                  <a:pt x="96143" y="900733"/>
                  <a:pt x="233164" y="842778"/>
                </a:cubicBezTo>
                <a:lnTo>
                  <a:pt x="270238" y="831269"/>
                </a:lnTo>
                <a:lnTo>
                  <a:pt x="268374" y="812778"/>
                </a:lnTo>
                <a:cubicBezTo>
                  <a:pt x="268374" y="601936"/>
                  <a:pt x="439295" y="431015"/>
                  <a:pt x="650137" y="431015"/>
                </a:cubicBezTo>
                <a:cubicBezTo>
                  <a:pt x="702848" y="431015"/>
                  <a:pt x="753063" y="441698"/>
                  <a:pt x="798736" y="461016"/>
                </a:cubicBezTo>
                <a:lnTo>
                  <a:pt x="814469" y="469556"/>
                </a:lnTo>
                <a:lnTo>
                  <a:pt x="813460" y="458116"/>
                </a:lnTo>
                <a:cubicBezTo>
                  <a:pt x="813460" y="247274"/>
                  <a:pt x="984381" y="76353"/>
                  <a:pt x="1195223" y="76353"/>
                </a:cubicBezTo>
                <a:cubicBezTo>
                  <a:pt x="1241345" y="76353"/>
                  <a:pt x="1285556" y="84532"/>
                  <a:pt x="1326486" y="99518"/>
                </a:cubicBezTo>
                <a:lnTo>
                  <a:pt x="1374902" y="122105"/>
                </a:lnTo>
                <a:lnTo>
                  <a:pt x="1383392" y="111816"/>
                </a:lnTo>
                <a:cubicBezTo>
                  <a:pt x="1452477" y="42730"/>
                  <a:pt x="1547918" y="0"/>
                  <a:pt x="1653339" y="0"/>
                </a:cubicBezTo>
                <a:close/>
              </a:path>
            </a:pathLst>
          </a:cu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endParaRPr lang="en-US" sz="1400" dirty="0">
              <a:solidFill>
                <a:srgbClr val="7030A0"/>
              </a:solidFill>
            </a:endParaRPr>
          </a:p>
        </p:txBody>
      </p:sp>
      <p:sp>
        <p:nvSpPr>
          <p:cNvPr id="96" name="Freeform 95">
            <a:extLst>
              <a:ext uri="{FF2B5EF4-FFF2-40B4-BE49-F238E27FC236}">
                <a16:creationId xmlns:a16="http://schemas.microsoft.com/office/drawing/2014/main" id="{EA787ACF-3232-230C-15D1-823CC6D75711}"/>
              </a:ext>
            </a:extLst>
          </p:cNvPr>
          <p:cNvSpPr/>
          <p:nvPr/>
        </p:nvSpPr>
        <p:spPr>
          <a:xfrm rot="19715505">
            <a:off x="2758014" y="3000591"/>
            <a:ext cx="280422" cy="304557"/>
          </a:xfrm>
          <a:custGeom>
            <a:avLst/>
            <a:gdLst>
              <a:gd name="connsiteX0" fmla="*/ 280422 w 280422"/>
              <a:gd name="connsiteY0" fmla="*/ 304557 h 304557"/>
              <a:gd name="connsiteX1" fmla="*/ 55570 w 280422"/>
              <a:gd name="connsiteY1" fmla="*/ 237102 h 304557"/>
              <a:gd name="connsiteX2" fmla="*/ 3104 w 280422"/>
              <a:gd name="connsiteY2" fmla="*/ 12249 h 304557"/>
              <a:gd name="connsiteX3" fmla="*/ 10599 w 280422"/>
              <a:gd name="connsiteY3" fmla="*/ 49725 h 304557"/>
            </a:gdLst>
            <a:ahLst/>
            <a:cxnLst>
              <a:cxn ang="0">
                <a:pos x="connsiteX0" y="connsiteY0"/>
              </a:cxn>
              <a:cxn ang="0">
                <a:pos x="connsiteX1" y="connsiteY1"/>
              </a:cxn>
              <a:cxn ang="0">
                <a:pos x="connsiteX2" y="connsiteY2"/>
              </a:cxn>
              <a:cxn ang="0">
                <a:pos x="connsiteX3" y="connsiteY3"/>
              </a:cxn>
            </a:cxnLst>
            <a:rect l="l" t="t" r="r" b="b"/>
            <a:pathLst>
              <a:path w="280422" h="304557">
                <a:moveTo>
                  <a:pt x="280422" y="304557"/>
                </a:moveTo>
                <a:cubicBezTo>
                  <a:pt x="191106" y="295188"/>
                  <a:pt x="101790" y="285820"/>
                  <a:pt x="55570" y="237102"/>
                </a:cubicBezTo>
                <a:cubicBezTo>
                  <a:pt x="9350" y="188384"/>
                  <a:pt x="10599" y="43478"/>
                  <a:pt x="3104" y="12249"/>
                </a:cubicBezTo>
                <a:cubicBezTo>
                  <a:pt x="-4391" y="-18980"/>
                  <a:pt x="3104" y="15372"/>
                  <a:pt x="10599" y="49725"/>
                </a:cubicBezTo>
              </a:path>
            </a:pathLst>
          </a:custGeom>
          <a:noFill/>
          <a:ln>
            <a:solidFill>
              <a:schemeClr val="accent6">
                <a:lumMod val="5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0" name="Freeform 99">
            <a:extLst>
              <a:ext uri="{FF2B5EF4-FFF2-40B4-BE49-F238E27FC236}">
                <a16:creationId xmlns:a16="http://schemas.microsoft.com/office/drawing/2014/main" id="{A25C1A32-F40F-770A-9916-B15AB3C7F566}"/>
              </a:ext>
            </a:extLst>
          </p:cNvPr>
          <p:cNvSpPr/>
          <p:nvPr/>
        </p:nvSpPr>
        <p:spPr>
          <a:xfrm rot="715829">
            <a:off x="2904487" y="3532161"/>
            <a:ext cx="472190" cy="254832"/>
          </a:xfrm>
          <a:custGeom>
            <a:avLst/>
            <a:gdLst>
              <a:gd name="connsiteX0" fmla="*/ 472190 w 472190"/>
              <a:gd name="connsiteY0" fmla="*/ 0 h 254832"/>
              <a:gd name="connsiteX1" fmla="*/ 172387 w 472190"/>
              <a:gd name="connsiteY1" fmla="*/ 202367 h 254832"/>
              <a:gd name="connsiteX2" fmla="*/ 0 w 472190"/>
              <a:gd name="connsiteY2" fmla="*/ 254832 h 254832"/>
            </a:gdLst>
            <a:ahLst/>
            <a:cxnLst>
              <a:cxn ang="0">
                <a:pos x="connsiteX0" y="connsiteY0"/>
              </a:cxn>
              <a:cxn ang="0">
                <a:pos x="connsiteX1" y="connsiteY1"/>
              </a:cxn>
              <a:cxn ang="0">
                <a:pos x="connsiteX2" y="connsiteY2"/>
              </a:cxn>
            </a:cxnLst>
            <a:rect l="l" t="t" r="r" b="b"/>
            <a:pathLst>
              <a:path w="472190" h="254832">
                <a:moveTo>
                  <a:pt x="472190" y="0"/>
                </a:moveTo>
                <a:cubicBezTo>
                  <a:pt x="361637" y="79947"/>
                  <a:pt x="251085" y="159895"/>
                  <a:pt x="172387" y="202367"/>
                </a:cubicBezTo>
                <a:cubicBezTo>
                  <a:pt x="93689" y="244839"/>
                  <a:pt x="46844" y="249835"/>
                  <a:pt x="0" y="254832"/>
                </a:cubicBezTo>
              </a:path>
            </a:pathLst>
          </a:custGeom>
          <a:noFill/>
          <a:ln>
            <a:solidFill>
              <a:schemeClr val="accent6">
                <a:lumMod val="50000"/>
              </a:schemeClr>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1" name="Freeform 100">
            <a:extLst>
              <a:ext uri="{FF2B5EF4-FFF2-40B4-BE49-F238E27FC236}">
                <a16:creationId xmlns:a16="http://schemas.microsoft.com/office/drawing/2014/main" id="{4C49770E-908F-6BC8-398E-6208D6C992D7}"/>
              </a:ext>
            </a:extLst>
          </p:cNvPr>
          <p:cNvSpPr/>
          <p:nvPr/>
        </p:nvSpPr>
        <p:spPr>
          <a:xfrm>
            <a:off x="3797330" y="3800675"/>
            <a:ext cx="308795" cy="412229"/>
          </a:xfrm>
          <a:custGeom>
            <a:avLst/>
            <a:gdLst>
              <a:gd name="connsiteX0" fmla="*/ 308795 w 308795"/>
              <a:gd name="connsiteY0" fmla="*/ 0 h 412229"/>
              <a:gd name="connsiteX1" fmla="*/ 46467 w 308795"/>
              <a:gd name="connsiteY1" fmla="*/ 232347 h 412229"/>
              <a:gd name="connsiteX2" fmla="*/ 1497 w 308795"/>
              <a:gd name="connsiteY2" fmla="*/ 412229 h 412229"/>
            </a:gdLst>
            <a:ahLst/>
            <a:cxnLst>
              <a:cxn ang="0">
                <a:pos x="connsiteX0" y="connsiteY0"/>
              </a:cxn>
              <a:cxn ang="0">
                <a:pos x="connsiteX1" y="connsiteY1"/>
              </a:cxn>
              <a:cxn ang="0">
                <a:pos x="connsiteX2" y="connsiteY2"/>
              </a:cxn>
            </a:cxnLst>
            <a:rect l="l" t="t" r="r" b="b"/>
            <a:pathLst>
              <a:path w="308795" h="412229">
                <a:moveTo>
                  <a:pt x="308795" y="0"/>
                </a:moveTo>
                <a:cubicBezTo>
                  <a:pt x="203239" y="81821"/>
                  <a:pt x="97683" y="163642"/>
                  <a:pt x="46467" y="232347"/>
                </a:cubicBezTo>
                <a:cubicBezTo>
                  <a:pt x="-4749" y="301052"/>
                  <a:pt x="-1626" y="356640"/>
                  <a:pt x="1497" y="412229"/>
                </a:cubicBezTo>
              </a:path>
            </a:pathLst>
          </a:custGeom>
          <a:noFill/>
          <a:ln>
            <a:solidFill>
              <a:schemeClr val="accent6">
                <a:lumMod val="50000"/>
              </a:schemeClr>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3" name="Freeform 102">
            <a:extLst>
              <a:ext uri="{FF2B5EF4-FFF2-40B4-BE49-F238E27FC236}">
                <a16:creationId xmlns:a16="http://schemas.microsoft.com/office/drawing/2014/main" id="{DE105750-4A15-FDDC-CDD3-816DD4F35283}"/>
              </a:ext>
            </a:extLst>
          </p:cNvPr>
          <p:cNvSpPr/>
          <p:nvPr/>
        </p:nvSpPr>
        <p:spPr>
          <a:xfrm rot="20654642">
            <a:off x="5314419" y="3735539"/>
            <a:ext cx="108653" cy="374755"/>
          </a:xfrm>
          <a:custGeom>
            <a:avLst/>
            <a:gdLst>
              <a:gd name="connsiteX0" fmla="*/ 33702 w 108653"/>
              <a:gd name="connsiteY0" fmla="*/ 0 h 374755"/>
              <a:gd name="connsiteX1" fmla="*/ 3721 w 108653"/>
              <a:gd name="connsiteY1" fmla="*/ 194873 h 374755"/>
              <a:gd name="connsiteX2" fmla="*/ 108653 w 108653"/>
              <a:gd name="connsiteY2" fmla="*/ 374755 h 374755"/>
            </a:gdLst>
            <a:ahLst/>
            <a:cxnLst>
              <a:cxn ang="0">
                <a:pos x="connsiteX0" y="connsiteY0"/>
              </a:cxn>
              <a:cxn ang="0">
                <a:pos x="connsiteX1" y="connsiteY1"/>
              </a:cxn>
              <a:cxn ang="0">
                <a:pos x="connsiteX2" y="connsiteY2"/>
              </a:cxn>
            </a:cxnLst>
            <a:rect l="l" t="t" r="r" b="b"/>
            <a:pathLst>
              <a:path w="108653" h="374755">
                <a:moveTo>
                  <a:pt x="33702" y="0"/>
                </a:moveTo>
                <a:cubicBezTo>
                  <a:pt x="12465" y="66207"/>
                  <a:pt x="-8771" y="132414"/>
                  <a:pt x="3721" y="194873"/>
                </a:cubicBezTo>
                <a:cubicBezTo>
                  <a:pt x="16213" y="257332"/>
                  <a:pt x="62433" y="316043"/>
                  <a:pt x="108653" y="374755"/>
                </a:cubicBezTo>
              </a:path>
            </a:pathLst>
          </a:custGeom>
          <a:noFill/>
          <a:ln>
            <a:solidFill>
              <a:schemeClr val="accent6">
                <a:lumMod val="50000"/>
              </a:schemeClr>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4" name="Freeform 103">
            <a:extLst>
              <a:ext uri="{FF2B5EF4-FFF2-40B4-BE49-F238E27FC236}">
                <a16:creationId xmlns:a16="http://schemas.microsoft.com/office/drawing/2014/main" id="{67EAD15D-67FD-3908-079D-9A4EB265DC23}"/>
              </a:ext>
            </a:extLst>
          </p:cNvPr>
          <p:cNvSpPr/>
          <p:nvPr/>
        </p:nvSpPr>
        <p:spPr>
          <a:xfrm rot="430545">
            <a:off x="5354704" y="2321770"/>
            <a:ext cx="412229" cy="197825"/>
          </a:xfrm>
          <a:custGeom>
            <a:avLst/>
            <a:gdLst>
              <a:gd name="connsiteX0" fmla="*/ 0 w 412229"/>
              <a:gd name="connsiteY0" fmla="*/ 197825 h 197825"/>
              <a:gd name="connsiteX1" fmla="*/ 134911 w 412229"/>
              <a:gd name="connsiteY1" fmla="*/ 10448 h 197825"/>
              <a:gd name="connsiteX2" fmla="*/ 412229 w 412229"/>
              <a:gd name="connsiteY2" fmla="*/ 40428 h 197825"/>
            </a:gdLst>
            <a:ahLst/>
            <a:cxnLst>
              <a:cxn ang="0">
                <a:pos x="connsiteX0" y="connsiteY0"/>
              </a:cxn>
              <a:cxn ang="0">
                <a:pos x="connsiteX1" y="connsiteY1"/>
              </a:cxn>
              <a:cxn ang="0">
                <a:pos x="connsiteX2" y="connsiteY2"/>
              </a:cxn>
            </a:cxnLst>
            <a:rect l="l" t="t" r="r" b="b"/>
            <a:pathLst>
              <a:path w="412229" h="197825">
                <a:moveTo>
                  <a:pt x="0" y="197825"/>
                </a:moveTo>
                <a:cubicBezTo>
                  <a:pt x="33103" y="117253"/>
                  <a:pt x="66206" y="36681"/>
                  <a:pt x="134911" y="10448"/>
                </a:cubicBezTo>
                <a:cubicBezTo>
                  <a:pt x="203616" y="-15785"/>
                  <a:pt x="307922" y="12321"/>
                  <a:pt x="412229" y="40428"/>
                </a:cubicBezTo>
              </a:path>
            </a:pathLst>
          </a:custGeom>
          <a:noFill/>
          <a:ln>
            <a:solidFill>
              <a:schemeClr val="accent6">
                <a:lumMod val="50000"/>
              </a:schemeClr>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6" name="Freeform 105">
            <a:extLst>
              <a:ext uri="{FF2B5EF4-FFF2-40B4-BE49-F238E27FC236}">
                <a16:creationId xmlns:a16="http://schemas.microsoft.com/office/drawing/2014/main" id="{2DC95B5F-F251-C545-C70B-0B89916FD85E}"/>
              </a:ext>
            </a:extLst>
          </p:cNvPr>
          <p:cNvSpPr/>
          <p:nvPr/>
        </p:nvSpPr>
        <p:spPr>
          <a:xfrm rot="18118695">
            <a:off x="5890608" y="2889137"/>
            <a:ext cx="188343" cy="344774"/>
          </a:xfrm>
          <a:custGeom>
            <a:avLst/>
            <a:gdLst>
              <a:gd name="connsiteX0" fmla="*/ 0 w 188343"/>
              <a:gd name="connsiteY0" fmla="*/ 0 h 344774"/>
              <a:gd name="connsiteX1" fmla="*/ 179882 w 188343"/>
              <a:gd name="connsiteY1" fmla="*/ 104931 h 344774"/>
              <a:gd name="connsiteX2" fmla="*/ 142407 w 188343"/>
              <a:gd name="connsiteY2" fmla="*/ 344774 h 344774"/>
            </a:gdLst>
            <a:ahLst/>
            <a:cxnLst>
              <a:cxn ang="0">
                <a:pos x="connsiteX0" y="connsiteY0"/>
              </a:cxn>
              <a:cxn ang="0">
                <a:pos x="connsiteX1" y="connsiteY1"/>
              </a:cxn>
              <a:cxn ang="0">
                <a:pos x="connsiteX2" y="connsiteY2"/>
              </a:cxn>
            </a:cxnLst>
            <a:rect l="l" t="t" r="r" b="b"/>
            <a:pathLst>
              <a:path w="188343" h="344774">
                <a:moveTo>
                  <a:pt x="0" y="0"/>
                </a:moveTo>
                <a:cubicBezTo>
                  <a:pt x="78074" y="23734"/>
                  <a:pt x="156148" y="47469"/>
                  <a:pt x="179882" y="104931"/>
                </a:cubicBezTo>
                <a:cubicBezTo>
                  <a:pt x="203617" y="162393"/>
                  <a:pt x="173012" y="253583"/>
                  <a:pt x="142407" y="344774"/>
                </a:cubicBezTo>
              </a:path>
            </a:pathLst>
          </a:custGeom>
          <a:noFill/>
          <a:ln>
            <a:solidFill>
              <a:schemeClr val="accent6">
                <a:lumMod val="50000"/>
              </a:schemeClr>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07" name="Freeform 106">
            <a:extLst>
              <a:ext uri="{FF2B5EF4-FFF2-40B4-BE49-F238E27FC236}">
                <a16:creationId xmlns:a16="http://schemas.microsoft.com/office/drawing/2014/main" id="{02017D31-6611-CBAF-19FE-E88E33B4FE79}"/>
              </a:ext>
            </a:extLst>
          </p:cNvPr>
          <p:cNvSpPr/>
          <p:nvPr/>
        </p:nvSpPr>
        <p:spPr>
          <a:xfrm>
            <a:off x="3422093" y="2212599"/>
            <a:ext cx="254833" cy="299803"/>
          </a:xfrm>
          <a:custGeom>
            <a:avLst/>
            <a:gdLst>
              <a:gd name="connsiteX0" fmla="*/ 254833 w 254833"/>
              <a:gd name="connsiteY0" fmla="*/ 299803 h 299803"/>
              <a:gd name="connsiteX1" fmla="*/ 194872 w 254833"/>
              <a:gd name="connsiteY1" fmla="*/ 74951 h 299803"/>
              <a:gd name="connsiteX2" fmla="*/ 0 w 254833"/>
              <a:gd name="connsiteY2" fmla="*/ 0 h 299803"/>
            </a:gdLst>
            <a:ahLst/>
            <a:cxnLst>
              <a:cxn ang="0">
                <a:pos x="connsiteX0" y="connsiteY0"/>
              </a:cxn>
              <a:cxn ang="0">
                <a:pos x="connsiteX1" y="connsiteY1"/>
              </a:cxn>
              <a:cxn ang="0">
                <a:pos x="connsiteX2" y="connsiteY2"/>
              </a:cxn>
            </a:cxnLst>
            <a:rect l="l" t="t" r="r" b="b"/>
            <a:pathLst>
              <a:path w="254833" h="299803">
                <a:moveTo>
                  <a:pt x="254833" y="299803"/>
                </a:moveTo>
                <a:cubicBezTo>
                  <a:pt x="246088" y="212360"/>
                  <a:pt x="237344" y="124918"/>
                  <a:pt x="194872" y="74951"/>
                </a:cubicBezTo>
                <a:cubicBezTo>
                  <a:pt x="152400" y="24984"/>
                  <a:pt x="76200" y="12492"/>
                  <a:pt x="0" y="0"/>
                </a:cubicBezTo>
              </a:path>
            </a:pathLst>
          </a:custGeom>
          <a:noFill/>
          <a:ln>
            <a:solidFill>
              <a:schemeClr val="accent6">
                <a:lumMod val="50000"/>
              </a:schemeClr>
            </a:solidFill>
            <a:tailEnd type="arrow"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dirty="0"/>
          </a:p>
        </p:txBody>
      </p:sp>
      <p:sp>
        <p:nvSpPr>
          <p:cNvPr id="109" name="TextBox 108">
            <a:extLst>
              <a:ext uri="{FF2B5EF4-FFF2-40B4-BE49-F238E27FC236}">
                <a16:creationId xmlns:a16="http://schemas.microsoft.com/office/drawing/2014/main" id="{7F063172-3608-0963-1763-073ACBFCBB56}"/>
              </a:ext>
            </a:extLst>
          </p:cNvPr>
          <p:cNvSpPr txBox="1"/>
          <p:nvPr/>
        </p:nvSpPr>
        <p:spPr>
          <a:xfrm>
            <a:off x="907080" y="3342807"/>
            <a:ext cx="1374345" cy="603288"/>
          </a:xfrm>
          <a:prstGeom prst="rect">
            <a:avLst/>
          </a:prstGeom>
          <a:noFill/>
        </p:spPr>
        <p:txBody>
          <a:bodyPr wrap="square" rtlCol="0">
            <a:spAutoFit/>
          </a:bodyPr>
          <a:lstStyle/>
          <a:p>
            <a:endParaRPr lang="en-CN" dirty="0"/>
          </a:p>
        </p:txBody>
      </p:sp>
      <p:sp>
        <p:nvSpPr>
          <p:cNvPr id="110" name="TextBox 109">
            <a:extLst>
              <a:ext uri="{FF2B5EF4-FFF2-40B4-BE49-F238E27FC236}">
                <a16:creationId xmlns:a16="http://schemas.microsoft.com/office/drawing/2014/main" id="{4003D668-3D33-916B-9F5F-BD490C6C5FAE}"/>
              </a:ext>
            </a:extLst>
          </p:cNvPr>
          <p:cNvSpPr txBox="1"/>
          <p:nvPr/>
        </p:nvSpPr>
        <p:spPr>
          <a:xfrm>
            <a:off x="2922490" y="1811437"/>
            <a:ext cx="1006113" cy="307777"/>
          </a:xfrm>
          <a:prstGeom prst="rect">
            <a:avLst/>
          </a:prstGeom>
          <a:noFill/>
        </p:spPr>
        <p:txBody>
          <a:bodyPr wrap="square" rtlCol="0">
            <a:spAutoFit/>
          </a:bodyPr>
          <a:lstStyle/>
          <a:p>
            <a:pPr algn="ctr"/>
            <a:r>
              <a:rPr lang="en-US" sz="1400" dirty="0">
                <a:solidFill>
                  <a:schemeClr val="accent6">
                    <a:lumMod val="50000"/>
                  </a:schemeClr>
                </a:solidFill>
                <a:latin typeface="Bradley Hand" pitchFamily="2" charset="77"/>
              </a:rPr>
              <a:t>Sugar</a:t>
            </a:r>
            <a:endParaRPr lang="en-CN" sz="1400" dirty="0">
              <a:solidFill>
                <a:schemeClr val="accent6">
                  <a:lumMod val="50000"/>
                </a:schemeClr>
              </a:solidFill>
              <a:latin typeface="Bradley Hand" pitchFamily="2" charset="77"/>
            </a:endParaRPr>
          </a:p>
        </p:txBody>
      </p:sp>
      <p:sp>
        <p:nvSpPr>
          <p:cNvPr id="111" name="TextBox 110">
            <a:extLst>
              <a:ext uri="{FF2B5EF4-FFF2-40B4-BE49-F238E27FC236}">
                <a16:creationId xmlns:a16="http://schemas.microsoft.com/office/drawing/2014/main" id="{BECBC6BD-8715-71B1-54A2-327DBA075C93}"/>
              </a:ext>
            </a:extLst>
          </p:cNvPr>
          <p:cNvSpPr txBox="1"/>
          <p:nvPr/>
        </p:nvSpPr>
        <p:spPr>
          <a:xfrm>
            <a:off x="1662373" y="3638318"/>
            <a:ext cx="1331138" cy="307777"/>
          </a:xfrm>
          <a:prstGeom prst="rect">
            <a:avLst/>
          </a:prstGeom>
          <a:noFill/>
        </p:spPr>
        <p:txBody>
          <a:bodyPr wrap="square" rtlCol="0">
            <a:spAutoFit/>
          </a:bodyPr>
          <a:lstStyle/>
          <a:p>
            <a:pPr algn="ctr"/>
            <a:r>
              <a:rPr lang="en-US" sz="1400" dirty="0">
                <a:solidFill>
                  <a:schemeClr val="accent6">
                    <a:lumMod val="50000"/>
                  </a:schemeClr>
                </a:solidFill>
                <a:latin typeface="Bradley Hand" pitchFamily="2" charset="77"/>
              </a:rPr>
              <a:t>Cholesterol</a:t>
            </a:r>
            <a:endParaRPr lang="en-CN" sz="1400" dirty="0">
              <a:solidFill>
                <a:schemeClr val="accent6">
                  <a:lumMod val="50000"/>
                </a:schemeClr>
              </a:solidFill>
              <a:latin typeface="Bradley Hand" pitchFamily="2" charset="77"/>
            </a:endParaRPr>
          </a:p>
        </p:txBody>
      </p:sp>
      <p:sp>
        <p:nvSpPr>
          <p:cNvPr id="112" name="TextBox 111">
            <a:extLst>
              <a:ext uri="{FF2B5EF4-FFF2-40B4-BE49-F238E27FC236}">
                <a16:creationId xmlns:a16="http://schemas.microsoft.com/office/drawing/2014/main" id="{858C1115-389D-65D2-6C0B-67B2368648EE}"/>
              </a:ext>
            </a:extLst>
          </p:cNvPr>
          <p:cNvSpPr txBox="1"/>
          <p:nvPr/>
        </p:nvSpPr>
        <p:spPr>
          <a:xfrm>
            <a:off x="1476667" y="2830498"/>
            <a:ext cx="1622682" cy="307777"/>
          </a:xfrm>
          <a:prstGeom prst="rect">
            <a:avLst/>
          </a:prstGeom>
          <a:noFill/>
        </p:spPr>
        <p:txBody>
          <a:bodyPr wrap="square" rtlCol="0">
            <a:spAutoFit/>
          </a:bodyPr>
          <a:lstStyle/>
          <a:p>
            <a:pPr algn="ctr"/>
            <a:r>
              <a:rPr lang="en-US" sz="1400" dirty="0">
                <a:solidFill>
                  <a:schemeClr val="accent6">
                    <a:lumMod val="50000"/>
                  </a:schemeClr>
                </a:solidFill>
                <a:latin typeface="Bradley Hand" pitchFamily="2" charset="77"/>
              </a:rPr>
              <a:t>Recipe Category</a:t>
            </a:r>
            <a:endParaRPr lang="en-CN" sz="1400" dirty="0">
              <a:solidFill>
                <a:schemeClr val="accent6">
                  <a:lumMod val="50000"/>
                </a:schemeClr>
              </a:solidFill>
              <a:latin typeface="Bradley Hand" pitchFamily="2" charset="77"/>
            </a:endParaRPr>
          </a:p>
        </p:txBody>
      </p:sp>
      <p:sp>
        <p:nvSpPr>
          <p:cNvPr id="113" name="TextBox 112">
            <a:extLst>
              <a:ext uri="{FF2B5EF4-FFF2-40B4-BE49-F238E27FC236}">
                <a16:creationId xmlns:a16="http://schemas.microsoft.com/office/drawing/2014/main" id="{6490805F-171B-029D-8641-6B09A342A980}"/>
              </a:ext>
            </a:extLst>
          </p:cNvPr>
          <p:cNvSpPr txBox="1"/>
          <p:nvPr/>
        </p:nvSpPr>
        <p:spPr>
          <a:xfrm>
            <a:off x="3254782" y="4184608"/>
            <a:ext cx="1006113" cy="307777"/>
          </a:xfrm>
          <a:prstGeom prst="rect">
            <a:avLst/>
          </a:prstGeom>
          <a:noFill/>
        </p:spPr>
        <p:txBody>
          <a:bodyPr wrap="square" rtlCol="0">
            <a:spAutoFit/>
          </a:bodyPr>
          <a:lstStyle/>
          <a:p>
            <a:pPr algn="ctr"/>
            <a:r>
              <a:rPr lang="en-CN" sz="1400" dirty="0">
                <a:solidFill>
                  <a:schemeClr val="accent6">
                    <a:lumMod val="50000"/>
                  </a:schemeClr>
                </a:solidFill>
                <a:latin typeface=""/>
              </a:rPr>
              <a:t>Protein</a:t>
            </a:r>
          </a:p>
        </p:txBody>
      </p:sp>
      <p:sp>
        <p:nvSpPr>
          <p:cNvPr id="115" name="TextBox 114">
            <a:extLst>
              <a:ext uri="{FF2B5EF4-FFF2-40B4-BE49-F238E27FC236}">
                <a16:creationId xmlns:a16="http://schemas.microsoft.com/office/drawing/2014/main" id="{6B9E05D8-C123-C6B4-CE41-AF3FE2BB7448}"/>
              </a:ext>
            </a:extLst>
          </p:cNvPr>
          <p:cNvSpPr txBox="1"/>
          <p:nvPr/>
        </p:nvSpPr>
        <p:spPr>
          <a:xfrm>
            <a:off x="4968855" y="4155544"/>
            <a:ext cx="1006113" cy="307777"/>
          </a:xfrm>
          <a:prstGeom prst="rect">
            <a:avLst/>
          </a:prstGeom>
          <a:noFill/>
        </p:spPr>
        <p:txBody>
          <a:bodyPr wrap="square" rtlCol="0">
            <a:spAutoFit/>
          </a:bodyPr>
          <a:lstStyle/>
          <a:p>
            <a:pPr algn="ctr"/>
            <a:r>
              <a:rPr lang="en-CN" sz="1400" dirty="0">
                <a:solidFill>
                  <a:schemeClr val="accent6">
                    <a:lumMod val="50000"/>
                  </a:schemeClr>
                </a:solidFill>
                <a:latin typeface="Bradley Hand" pitchFamily="2" charset="77"/>
                <a:cs typeface="Cavolini" panose="03000502040302020204" pitchFamily="66" charset="0"/>
              </a:rPr>
              <a:t>Calories</a:t>
            </a:r>
          </a:p>
        </p:txBody>
      </p:sp>
      <p:sp>
        <p:nvSpPr>
          <p:cNvPr id="116" name="TextBox 115">
            <a:extLst>
              <a:ext uri="{FF2B5EF4-FFF2-40B4-BE49-F238E27FC236}">
                <a16:creationId xmlns:a16="http://schemas.microsoft.com/office/drawing/2014/main" id="{F7AF6972-AD10-62D8-14B3-93A8BFA20D73}"/>
              </a:ext>
            </a:extLst>
          </p:cNvPr>
          <p:cNvSpPr txBox="1"/>
          <p:nvPr/>
        </p:nvSpPr>
        <p:spPr>
          <a:xfrm>
            <a:off x="6088046" y="3061524"/>
            <a:ext cx="1435610" cy="307777"/>
          </a:xfrm>
          <a:prstGeom prst="rect">
            <a:avLst/>
          </a:prstGeom>
          <a:noFill/>
        </p:spPr>
        <p:txBody>
          <a:bodyPr wrap="square" rtlCol="0">
            <a:spAutoFit/>
          </a:bodyPr>
          <a:lstStyle/>
          <a:p>
            <a:pPr algn="ctr"/>
            <a:r>
              <a:rPr lang="en-US" sz="1400" dirty="0">
                <a:solidFill>
                  <a:schemeClr val="accent6">
                    <a:lumMod val="50000"/>
                  </a:schemeClr>
                </a:solidFill>
                <a:latin typeface="Bradley Hand" pitchFamily="2" charset="77"/>
              </a:rPr>
              <a:t>Recipe Serving</a:t>
            </a:r>
            <a:endParaRPr lang="en-CN" sz="1400" dirty="0">
              <a:solidFill>
                <a:schemeClr val="accent6">
                  <a:lumMod val="50000"/>
                </a:schemeClr>
              </a:solidFill>
              <a:latin typeface="Bradley Hand" pitchFamily="2" charset="77"/>
            </a:endParaRPr>
          </a:p>
        </p:txBody>
      </p:sp>
      <p:sp>
        <p:nvSpPr>
          <p:cNvPr id="117" name="TextBox 116">
            <a:extLst>
              <a:ext uri="{FF2B5EF4-FFF2-40B4-BE49-F238E27FC236}">
                <a16:creationId xmlns:a16="http://schemas.microsoft.com/office/drawing/2014/main" id="{23E46D38-BCCC-82CF-A671-17D5CF826D74}"/>
              </a:ext>
            </a:extLst>
          </p:cNvPr>
          <p:cNvSpPr txBox="1"/>
          <p:nvPr/>
        </p:nvSpPr>
        <p:spPr>
          <a:xfrm>
            <a:off x="5691347" y="2248135"/>
            <a:ext cx="1435610" cy="307777"/>
          </a:xfrm>
          <a:prstGeom prst="rect">
            <a:avLst/>
          </a:prstGeom>
          <a:noFill/>
        </p:spPr>
        <p:txBody>
          <a:bodyPr wrap="square" rtlCol="0">
            <a:spAutoFit/>
          </a:bodyPr>
          <a:lstStyle/>
          <a:p>
            <a:pPr algn="ctr"/>
            <a:r>
              <a:rPr lang="en-US" sz="1400" dirty="0">
                <a:solidFill>
                  <a:schemeClr val="accent6">
                    <a:lumMod val="50000"/>
                  </a:schemeClr>
                </a:solidFill>
                <a:latin typeface="Bradley Hand" pitchFamily="2" charset="77"/>
              </a:rPr>
              <a:t>Carbohydrate</a:t>
            </a:r>
            <a:endParaRPr lang="en-CN" sz="1400" dirty="0">
              <a:solidFill>
                <a:schemeClr val="accent6">
                  <a:lumMod val="50000"/>
                </a:schemeClr>
              </a:solidFill>
              <a:latin typeface="Bradley Hand" pitchFamily="2" charset="77"/>
            </a:endParaRPr>
          </a:p>
        </p:txBody>
      </p:sp>
      <p:pic>
        <p:nvPicPr>
          <p:cNvPr id="133" name="Graphic 132" descr="Doughnut with solid fill">
            <a:extLst>
              <a:ext uri="{FF2B5EF4-FFF2-40B4-BE49-F238E27FC236}">
                <a16:creationId xmlns:a16="http://schemas.microsoft.com/office/drawing/2014/main" id="{72377658-40ED-AFC8-0A3F-271C2F50DD6B}"/>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flipH="1">
            <a:off x="5846487" y="4101847"/>
            <a:ext cx="385236" cy="385236"/>
          </a:xfrm>
          <a:prstGeom prst="rect">
            <a:avLst/>
          </a:prstGeom>
        </p:spPr>
      </p:pic>
      <p:pic>
        <p:nvPicPr>
          <p:cNvPr id="135" name="Graphic 134" descr="Menu with solid fill">
            <a:extLst>
              <a:ext uri="{FF2B5EF4-FFF2-40B4-BE49-F238E27FC236}">
                <a16:creationId xmlns:a16="http://schemas.microsoft.com/office/drawing/2014/main" id="{F2507651-0F24-3FC0-D801-A941EA41C2A7}"/>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flipH="1">
            <a:off x="1118125" y="2643224"/>
            <a:ext cx="464500" cy="464500"/>
          </a:xfrm>
          <a:prstGeom prst="rect">
            <a:avLst/>
          </a:prstGeom>
        </p:spPr>
      </p:pic>
      <p:pic>
        <p:nvPicPr>
          <p:cNvPr id="139" name="Graphic 138" descr="Chicken leg with solid fill">
            <a:extLst>
              <a:ext uri="{FF2B5EF4-FFF2-40B4-BE49-F238E27FC236}">
                <a16:creationId xmlns:a16="http://schemas.microsoft.com/office/drawing/2014/main" id="{BACF3D40-AD99-8B00-9CBC-D6F334A0ED7B}"/>
              </a:ext>
            </a:extLst>
          </p:cNvPr>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flipH="1">
            <a:off x="2957729" y="4147247"/>
            <a:ext cx="464500" cy="464500"/>
          </a:xfrm>
          <a:prstGeom prst="rect">
            <a:avLst/>
          </a:prstGeom>
        </p:spPr>
      </p:pic>
      <p:pic>
        <p:nvPicPr>
          <p:cNvPr id="141" name="Graphic 140" descr="Noodles with solid fill">
            <a:extLst>
              <a:ext uri="{FF2B5EF4-FFF2-40B4-BE49-F238E27FC236}">
                <a16:creationId xmlns:a16="http://schemas.microsoft.com/office/drawing/2014/main" id="{6C803D11-1752-2AD3-3BF1-5E9A11DFD461}"/>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flipH="1">
            <a:off x="7015620" y="2132097"/>
            <a:ext cx="412470" cy="412470"/>
          </a:xfrm>
          <a:prstGeom prst="rect">
            <a:avLst/>
          </a:prstGeom>
        </p:spPr>
      </p:pic>
      <p:pic>
        <p:nvPicPr>
          <p:cNvPr id="143" name="Graphic 142" descr="Person eating outline">
            <a:extLst>
              <a:ext uri="{FF2B5EF4-FFF2-40B4-BE49-F238E27FC236}">
                <a16:creationId xmlns:a16="http://schemas.microsoft.com/office/drawing/2014/main" id="{714A9ABC-0C04-B108-5BE7-94C55C6AA542}"/>
              </a:ext>
            </a:extLst>
          </p:cNvPr>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flipH="1">
            <a:off x="7435083" y="2949834"/>
            <a:ext cx="464500" cy="464500"/>
          </a:xfrm>
          <a:prstGeom prst="rect">
            <a:avLst/>
          </a:prstGeom>
        </p:spPr>
      </p:pic>
      <p:pic>
        <p:nvPicPr>
          <p:cNvPr id="147" name="Graphic 146" descr="Chocolate with solid fill">
            <a:extLst>
              <a:ext uri="{FF2B5EF4-FFF2-40B4-BE49-F238E27FC236}">
                <a16:creationId xmlns:a16="http://schemas.microsoft.com/office/drawing/2014/main" id="{06EBEA3A-8AE4-711A-FD7E-03F8B1DCAD65}"/>
              </a:ext>
            </a:extLst>
          </p:cNvPr>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flipH="1">
            <a:off x="2634443" y="1800129"/>
            <a:ext cx="412470" cy="412470"/>
          </a:xfrm>
          <a:prstGeom prst="rect">
            <a:avLst/>
          </a:prstGeom>
        </p:spPr>
      </p:pic>
      <p:sp>
        <p:nvSpPr>
          <p:cNvPr id="148" name="Title 1">
            <a:extLst>
              <a:ext uri="{FF2B5EF4-FFF2-40B4-BE49-F238E27FC236}">
                <a16:creationId xmlns:a16="http://schemas.microsoft.com/office/drawing/2014/main" id="{A5C92D0E-49CB-C9BF-0746-B351B43C02BA}"/>
              </a:ext>
            </a:extLst>
          </p:cNvPr>
          <p:cNvSpPr txBox="1">
            <a:spLocks/>
          </p:cNvSpPr>
          <p:nvPr/>
        </p:nvSpPr>
        <p:spPr>
          <a:xfrm>
            <a:off x="601670" y="432129"/>
            <a:ext cx="8246070" cy="76352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3600" dirty="0">
                <a:solidFill>
                  <a:schemeClr val="accent6">
                    <a:lumMod val="60000"/>
                    <a:lumOff val="40000"/>
                  </a:schemeClr>
                </a:solidFill>
                <a:effectLst>
                  <a:outerShdw blurRad="50800" dist="38100" dir="2700000" algn="tl" rotWithShape="0">
                    <a:prstClr val="black">
                      <a:alpha val="40000"/>
                    </a:prstClr>
                  </a:outerShdw>
                </a:effectLst>
                <a:latin typeface="BM JUA OTF" panose="02020603020101020101" pitchFamily="18" charset="-127"/>
                <a:ea typeface="BM JUA OTF" panose="02020603020101020101" pitchFamily="18" charset="-127"/>
              </a:rPr>
              <a:t>Data</a:t>
            </a:r>
          </a:p>
        </p:txBody>
      </p:sp>
      <p:pic>
        <p:nvPicPr>
          <p:cNvPr id="150" name="Graphic 149" descr="Pizza with solid fill">
            <a:extLst>
              <a:ext uri="{FF2B5EF4-FFF2-40B4-BE49-F238E27FC236}">
                <a16:creationId xmlns:a16="http://schemas.microsoft.com/office/drawing/2014/main" id="{013481BA-EF62-FFAD-1D33-77FC695A9D3E}"/>
              </a:ext>
            </a:extLst>
          </p:cNvPr>
          <p:cNvPicPr>
            <a:picLocks noChangeAspect="1"/>
          </p:cNvPicPr>
          <p:nvPr/>
        </p:nvPicPr>
        <p:blipFill>
          <a:blip r:embed="rId16">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rot="13528812">
            <a:off x="1499911" y="3542632"/>
            <a:ext cx="427083" cy="427083"/>
          </a:xfrm>
          <a:prstGeom prst="rect">
            <a:avLst/>
          </a:prstGeom>
        </p:spPr>
      </p:pic>
      <p:sp>
        <p:nvSpPr>
          <p:cNvPr id="153" name="TextBox 152">
            <a:extLst>
              <a:ext uri="{FF2B5EF4-FFF2-40B4-BE49-F238E27FC236}">
                <a16:creationId xmlns:a16="http://schemas.microsoft.com/office/drawing/2014/main" id="{D7C92B41-976E-C455-372E-5DC7216E347F}"/>
              </a:ext>
            </a:extLst>
          </p:cNvPr>
          <p:cNvSpPr txBox="1"/>
          <p:nvPr/>
        </p:nvSpPr>
        <p:spPr>
          <a:xfrm>
            <a:off x="6349543" y="3826262"/>
            <a:ext cx="2921310" cy="923330"/>
          </a:xfrm>
          <a:prstGeom prst="rect">
            <a:avLst/>
          </a:prstGeom>
          <a:noFill/>
        </p:spPr>
        <p:txBody>
          <a:bodyPr wrap="square">
            <a:spAutoFit/>
          </a:bodyPr>
          <a:lstStyle/>
          <a:p>
            <a:r>
              <a:rPr lang="en-CN" dirty="0">
                <a:solidFill>
                  <a:schemeClr val="accent6">
                    <a:lumMod val="50000"/>
                  </a:schemeClr>
                </a:solidFill>
                <a:latin typeface="BM JUA OTF" panose="02020603020101020101" pitchFamily="18" charset="-127"/>
                <a:ea typeface="BM JUA OTF" panose="02020603020101020101" pitchFamily="18" charset="-127"/>
                <a:cs typeface="Cavolini" panose="03000502040302020204" pitchFamily="66" charset="0"/>
              </a:rPr>
              <a:t>Popular recipes: 27798</a:t>
            </a:r>
          </a:p>
          <a:p>
            <a:endParaRPr lang="en-CN" dirty="0">
              <a:solidFill>
                <a:schemeClr val="accent6">
                  <a:lumMod val="50000"/>
                </a:schemeClr>
              </a:solidFill>
              <a:latin typeface="BM JUA OTF" panose="02020603020101020101" pitchFamily="18" charset="-127"/>
              <a:ea typeface="BM JUA OTF" panose="02020603020101020101" pitchFamily="18" charset="-127"/>
              <a:cs typeface="Cavolini" panose="03000502040302020204" pitchFamily="66" charset="0"/>
            </a:endParaRPr>
          </a:p>
          <a:p>
            <a:r>
              <a:rPr lang="en-CN" dirty="0">
                <a:solidFill>
                  <a:schemeClr val="accent6">
                    <a:lumMod val="50000"/>
                  </a:schemeClr>
                </a:solidFill>
                <a:latin typeface="BM JUA OTF" panose="02020603020101020101" pitchFamily="18" charset="-127"/>
                <a:ea typeface="BM JUA OTF" panose="02020603020101020101" pitchFamily="18" charset="-127"/>
                <a:cs typeface="Cavolini" panose="03000502040302020204" pitchFamily="66" charset="0"/>
              </a:rPr>
              <a:t>Unpopular recipes: 27798</a:t>
            </a:r>
          </a:p>
        </p:txBody>
      </p:sp>
      <p:sp>
        <p:nvSpPr>
          <p:cNvPr id="154" name="TextBox 153">
            <a:extLst>
              <a:ext uri="{FF2B5EF4-FFF2-40B4-BE49-F238E27FC236}">
                <a16:creationId xmlns:a16="http://schemas.microsoft.com/office/drawing/2014/main" id="{451E5E9C-06F8-16D0-0ADE-D8CE8CB15857}"/>
              </a:ext>
            </a:extLst>
          </p:cNvPr>
          <p:cNvSpPr txBox="1"/>
          <p:nvPr/>
        </p:nvSpPr>
        <p:spPr>
          <a:xfrm>
            <a:off x="3843987" y="2835350"/>
            <a:ext cx="1336976" cy="461665"/>
          </a:xfrm>
          <a:prstGeom prst="rect">
            <a:avLst/>
          </a:prstGeom>
          <a:noFill/>
        </p:spPr>
        <p:txBody>
          <a:bodyPr wrap="square" rtlCol="0">
            <a:spAutoFit/>
          </a:bodyPr>
          <a:lstStyle/>
          <a:p>
            <a:r>
              <a:rPr lang="en-CN" sz="2400" b="1" dirty="0">
                <a:solidFill>
                  <a:schemeClr val="bg1"/>
                </a:solidFill>
                <a:latin typeface="Bradley Hand" pitchFamily="2" charset="77"/>
              </a:rPr>
              <a:t>Features</a:t>
            </a:r>
          </a:p>
        </p:txBody>
      </p:sp>
    </p:spTree>
    <p:extLst>
      <p:ext uri="{BB962C8B-B14F-4D97-AF65-F5344CB8AC3E}">
        <p14:creationId xmlns:p14="http://schemas.microsoft.com/office/powerpoint/2010/main" val="1464630146"/>
      </p:ext>
    </p:extLst>
  </p:cSld>
  <p:clrMapOvr>
    <a:masterClrMapping/>
  </p:clrMapOvr>
  <mc:AlternateContent xmlns:mc="http://schemas.openxmlformats.org/markup-compatibility/2006">
    <mc:Choice xmlns:p14="http://schemas.microsoft.com/office/powerpoint/2010/main" Requires="p14">
      <p:transition spd="slow" p14:dur="2000" advTm="30033"/>
    </mc:Choice>
    <mc:Fallback>
      <p:transition spd="slow" advTm="30033"/>
    </mc:Fallback>
  </mc:AlternateContent>
  <p:extLst>
    <p:ext uri="{3A86A75C-4F4B-4683-9AE1-C65F6400EC91}">
      <p14:laserTraceLst xmlns:p14="http://schemas.microsoft.com/office/powerpoint/2010/main">
        <p14:tracePtLst>
          <p14:tracePt t="745" x="4152900" y="4702175"/>
          <p14:tracePt t="757" x="4183063" y="4670425"/>
          <p14:tracePt t="758" x="4183063" y="4656138"/>
          <p14:tracePt t="763" x="4192588" y="4656138"/>
          <p14:tracePt t="763" x="4205288" y="4633913"/>
          <p14:tracePt t="764" x="4214813" y="4633913"/>
          <p14:tracePt t="778" x="4281488" y="4562475"/>
          <p14:tracePt t="794" x="4291013" y="4562475"/>
          <p14:tracePt t="800" x="4357688" y="4451350"/>
          <p14:tracePt t="801" x="4389438" y="4397375"/>
          <p14:tracePt t="802" x="4397375" y="4389438"/>
          <p14:tracePt t="816" x="4451350" y="4268788"/>
          <p14:tracePt t="817" x="4451350" y="4259263"/>
          <p14:tracePt t="837" x="4487863" y="4160838"/>
          <p14:tracePt t="837" x="4495800" y="4130675"/>
          <p14:tracePt t="853" x="4495800" y="4062413"/>
          <p14:tracePt t="854" x="4495800" y="4044950"/>
          <p14:tracePt t="869" x="4487863" y="3968750"/>
          <p14:tracePt t="869" x="4487863" y="3956050"/>
          <p14:tracePt t="886" x="4433888" y="3862388"/>
          <p14:tracePt t="887" x="4433888" y="3848100"/>
          <p14:tracePt t="887" x="4419600" y="3848100"/>
          <p14:tracePt t="902" x="4335463" y="3732213"/>
          <p14:tracePt t="902" x="4322763" y="3709988"/>
          <p14:tracePt t="920" x="4130675" y="3482975"/>
          <p14:tracePt t="920" x="4121150" y="3473450"/>
          <p14:tracePt t="935" x="3924300" y="3298825"/>
          <p14:tracePt t="953" x="3665538" y="3160713"/>
          <p14:tracePt t="955" x="3633788" y="3138488"/>
          <p14:tracePt t="955" x="3611563" y="3125788"/>
          <p14:tracePt t="956" x="3589338" y="3125788"/>
          <p14:tracePt t="970" x="3352800" y="3049588"/>
          <p14:tracePt t="971" x="3344863" y="3049588"/>
          <p14:tracePt t="972" x="3322638" y="3049588"/>
          <p14:tracePt t="972" x="3298825" y="3040063"/>
          <p14:tracePt t="988" x="2995613" y="2995613"/>
          <p14:tracePt t="988" x="2965450" y="2995613"/>
          <p14:tracePt t="989" x="2955925" y="2995613"/>
          <p14:tracePt t="1004" x="2652713" y="3017838"/>
          <p14:tracePt t="1021" x="2330450" y="3148013"/>
          <p14:tracePt t="1022" x="2308225" y="3160713"/>
          <p14:tracePt t="1036" x="2081213" y="3322638"/>
          <p14:tracePt t="1036" x="2071688" y="3330575"/>
          <p14:tracePt t="1053" x="1874838" y="3549650"/>
          <p14:tracePt t="1053" x="1866900" y="3559175"/>
          <p14:tracePt t="1054" x="1852613" y="3567113"/>
          <p14:tracePt t="1055" x="1852613" y="3581400"/>
          <p14:tracePt t="1070" x="1776413" y="3719513"/>
          <p14:tracePt t="1071" x="1776413" y="3741738"/>
          <p14:tracePt t="1090" x="1768475" y="3879850"/>
          <p14:tracePt t="1106" x="1812925" y="3946525"/>
          <p14:tracePt t="1121" x="1866900" y="4000500"/>
          <p14:tracePt t="1121" x="1874838" y="4000500"/>
          <p14:tracePt t="1137" x="1982788" y="4054475"/>
          <p14:tracePt t="1138" x="1995488" y="4054475"/>
          <p14:tracePt t="1138" x="2005013" y="4054475"/>
          <p14:tracePt t="1153" x="2155825" y="4084638"/>
          <p14:tracePt t="1155" x="2179638" y="4084638"/>
          <p14:tracePt t="1156" x="2187575" y="4084638"/>
          <p14:tracePt t="1157" x="2209800" y="4084638"/>
          <p14:tracePt t="1157" x="2232025" y="4084638"/>
          <p14:tracePt t="1171" x="2416175" y="4054475"/>
          <p14:tracePt t="1171" x="2424113" y="4054475"/>
          <p14:tracePt t="1186" x="2674938" y="3956050"/>
          <p14:tracePt t="1187" x="2682875" y="3946525"/>
          <p14:tracePt t="1188" x="2736850" y="3924300"/>
          <p14:tracePt t="1188" x="2751138" y="3916363"/>
          <p14:tracePt t="1202" x="2978150" y="3741738"/>
          <p14:tracePt t="1203" x="2987675" y="3732213"/>
          <p14:tracePt t="1203" x="3009900" y="3709988"/>
          <p14:tracePt t="1204" x="3009900" y="3697288"/>
          <p14:tracePt t="1222" x="3192463" y="3460750"/>
          <p14:tracePt t="1222" x="3192463" y="3451225"/>
          <p14:tracePt t="1238" x="3224213" y="3254375"/>
          <p14:tracePt t="1238" x="3224213" y="3246438"/>
          <p14:tracePt t="1252" x="3179763" y="3084513"/>
          <p14:tracePt t="1267" x="3094038" y="2995613"/>
          <p14:tracePt t="1268" x="3094038" y="2987675"/>
          <p14:tracePt t="1269" x="3084513" y="2987675"/>
          <p14:tracePt t="1269" x="3071813" y="2978150"/>
          <p14:tracePt t="1284" x="2941638" y="2919413"/>
          <p14:tracePt t="1284" x="2933700" y="2919413"/>
          <p14:tracePt t="1299" x="2759075" y="2889250"/>
          <p14:tracePt t="1300" x="2751138" y="2889250"/>
          <p14:tracePt t="1301" x="2736850" y="2889250"/>
          <p14:tracePt t="1301" x="2727325" y="2889250"/>
          <p14:tracePt t="1302" x="2705100" y="2889250"/>
          <p14:tracePt t="1316" x="2544763" y="2889250"/>
          <p14:tracePt t="1331" x="2393950" y="2919413"/>
          <p14:tracePt t="1332" x="2384425" y="2919413"/>
          <p14:tracePt t="1333" x="2370138" y="2919413"/>
          <p14:tracePt t="1347" x="2276475" y="2955925"/>
          <p14:tracePt t="1348" x="2263775" y="2955925"/>
          <p14:tracePt t="1350" x="2254250" y="2955925"/>
          <p14:tracePt t="1350" x="2254250" y="2965450"/>
          <p14:tracePt t="1368" x="2201863" y="2987675"/>
          <p14:tracePt t="1368" x="2187575" y="2987675"/>
          <p14:tracePt t="1369" x="2187575" y="2995613"/>
          <p14:tracePt t="1383" x="2179638" y="3009900"/>
          <p14:tracePt t="1569" x="2165350" y="3009900"/>
          <p14:tracePt t="1581" x="2147888" y="3009900"/>
          <p14:tracePt t="1601" x="2111375" y="3032125"/>
          <p14:tracePt t="1602" x="2103438" y="3032125"/>
          <p14:tracePt t="1602" x="2093913" y="3032125"/>
          <p14:tracePt t="1618" x="2049463" y="3049588"/>
          <p14:tracePt t="1637" x="2005013" y="3062288"/>
          <p14:tracePt t="1637" x="1995488" y="3071813"/>
          <p14:tracePt t="1652" x="1951038" y="3094038"/>
          <p14:tracePt t="1653" x="1941513" y="3094038"/>
          <p14:tracePt t="1671" x="1874838" y="3125788"/>
          <p14:tracePt t="1690" x="1822450" y="3170238"/>
          <p14:tracePt t="1691" x="1822450" y="3179763"/>
          <p14:tracePt t="1694" x="1812925" y="3192463"/>
          <p14:tracePt t="1694" x="1798638" y="3192463"/>
          <p14:tracePt t="1708" x="1746250" y="3276600"/>
          <p14:tracePt t="1715" x="1714500" y="3330575"/>
          <p14:tracePt t="1746" x="1670050" y="3451225"/>
          <p14:tracePt t="1747" x="1652588" y="3679825"/>
          <p14:tracePt t="1747" x="1652588" y="3687763"/>
          <p14:tracePt t="1760" x="1670050" y="3808413"/>
          <p14:tracePt t="1760" x="1682750" y="3825875"/>
          <p14:tracePt t="1782" x="1746250" y="3916363"/>
          <p14:tracePt t="1783" x="1812925" y="3946525"/>
          <p14:tracePt t="1797" x="1897063" y="3978275"/>
          <p14:tracePt t="1798" x="1906588" y="3978275"/>
          <p14:tracePt t="1819" x="2103438" y="3978275"/>
          <p14:tracePt t="1819" x="2111375" y="3978275"/>
          <p14:tracePt t="1833" x="2224088" y="3946525"/>
          <p14:tracePt t="1834" x="2232025" y="3938588"/>
          <p14:tracePt t="1851" x="2317750" y="3870325"/>
          <p14:tracePt t="1851" x="2330450" y="3862388"/>
          <p14:tracePt t="1867" x="2370138" y="3763963"/>
          <p14:tracePt t="1867" x="2370138" y="3751263"/>
          <p14:tracePt t="1886" x="2370138" y="3559175"/>
          <p14:tracePt t="1904" x="2308225" y="3429000"/>
          <p14:tracePt t="1921" x="2232025" y="3352800"/>
          <p14:tracePt t="1937" x="2125663" y="3298825"/>
          <p14:tracePt t="1955" x="1982788" y="3268663"/>
          <p14:tracePt t="1956" x="1973263" y="3268663"/>
          <p14:tracePt t="1972" x="1897063" y="3268663"/>
          <p14:tracePt t="1987" x="1852613" y="3290888"/>
          <p14:tracePt t="1989" x="1844675" y="3290888"/>
          <p14:tracePt t="2006" x="1812925" y="3308350"/>
          <p14:tracePt t="2024" x="1790700" y="3344863"/>
          <p14:tracePt t="2040" x="1776413" y="3367088"/>
          <p14:tracePt t="2045" x="1776413" y="3375025"/>
          <p14:tracePt t="2045" x="1768475" y="3375025"/>
          <p14:tracePt t="2064" x="1768475" y="3397250"/>
          <p14:tracePt t="2085" x="1768475" y="3419475"/>
          <p14:tracePt t="2085" x="1768475" y="3429000"/>
          <p14:tracePt t="2102" x="1776413" y="3451225"/>
          <p14:tracePt t="2117" x="1798638" y="3473450"/>
          <p14:tracePt t="2132" x="1812925" y="3482975"/>
          <p14:tracePt t="2152" x="1835150" y="3490913"/>
          <p14:tracePt t="2169" x="1852613" y="3490913"/>
          <p14:tracePt t="2186" x="1889125" y="3482975"/>
          <p14:tracePt t="2202" x="1906588" y="3473450"/>
          <p14:tracePt t="2203" x="1906588" y="3460750"/>
          <p14:tracePt t="2204" x="1919288" y="3460750"/>
          <p14:tracePt t="2223" x="1941513" y="3397250"/>
          <p14:tracePt t="2237" x="1941513" y="3330575"/>
          <p14:tracePt t="2238" x="1941513" y="3322638"/>
          <p14:tracePt t="2255" x="1919288" y="3268663"/>
          <p14:tracePt t="2255" x="1919288" y="3254375"/>
          <p14:tracePt t="2269" x="1897063" y="3236913"/>
          <p14:tracePt t="2288" x="1889125" y="3224213"/>
          <p14:tracePt t="2305" x="1889125" y="3214688"/>
          <p14:tracePt t="2320" x="1874838" y="3214688"/>
          <p14:tracePt t="2352" x="1874838" y="3201988"/>
          <p14:tracePt t="2366" x="1889125" y="3214688"/>
          <p14:tracePt t="2385" x="1951038" y="3236913"/>
          <p14:tracePt t="2387" x="1965325" y="3236913"/>
          <p14:tracePt t="2401" x="2027238" y="3254375"/>
          <p14:tracePt t="2401" x="2036763" y="3254375"/>
          <p14:tracePt t="2422" x="2058988" y="3268663"/>
          <p14:tracePt t="2640" x="2036763" y="3268663"/>
          <p14:tracePt t="2655" x="2017713" y="3276600"/>
          <p14:tracePt t="2686" x="2005013" y="3276600"/>
          <p14:tracePt t="2701" x="2005013" y="3254375"/>
          <p14:tracePt t="2718" x="2036763" y="3214688"/>
          <p14:tracePt t="2718" x="2049463" y="3201988"/>
          <p14:tracePt t="2733" x="2111375" y="3170238"/>
          <p14:tracePt t="2754" x="2209800" y="3108325"/>
          <p14:tracePt t="2756" x="2209800" y="3094038"/>
          <p14:tracePt t="2756" x="2224088" y="3094038"/>
          <p14:tracePt t="2770" x="2276475" y="3040063"/>
          <p14:tracePt t="2770" x="2276475" y="3032125"/>
          <p14:tracePt t="2789" x="2370138" y="2955925"/>
          <p14:tracePt t="2804" x="2446338" y="2889250"/>
          <p14:tracePt t="2804" x="2460625" y="2889250"/>
          <p14:tracePt t="2822" x="2576513" y="2813050"/>
          <p14:tracePt t="2822" x="2576513" y="2803525"/>
          <p14:tracePt t="2837" x="2697163" y="2736850"/>
          <p14:tracePt t="2854" x="2705100" y="2727325"/>
          <p14:tracePt t="2855" x="2857500" y="2643188"/>
          <p14:tracePt t="2855" x="2867025" y="2643188"/>
          <p14:tracePt t="2856" x="2867025" y="2630488"/>
          <p14:tracePt t="2871" x="3032125" y="2536825"/>
          <p14:tracePt t="2871" x="3049588" y="2513013"/>
          <p14:tracePt t="2888" x="3214688" y="2406650"/>
          <p14:tracePt t="2906" x="3367088" y="2286000"/>
          <p14:tracePt t="2921" x="3451225" y="2224088"/>
          <p14:tracePt t="2938" x="3513138" y="2187575"/>
          <p14:tracePt t="2954" x="3536950" y="2165350"/>
          <p14:tracePt t="2999" x="3549650" y="2165350"/>
          <p14:tracePt t="3031" x="3549650" y="2155825"/>
          <p14:tracePt t="3238" x="3549650" y="2179638"/>
          <p14:tracePt t="3250" x="3549650" y="2201863"/>
          <p14:tracePt t="3251" x="3549650" y="2209800"/>
          <p14:tracePt t="3265" x="3527425" y="2276475"/>
          <p14:tracePt t="3265" x="3527425" y="2286000"/>
          <p14:tracePt t="3286" x="3513138" y="2424113"/>
          <p14:tracePt t="3286" x="3513138" y="2438400"/>
          <p14:tracePt t="3300" x="3527425" y="2513013"/>
          <p14:tracePt t="3300" x="3527425" y="2522538"/>
          <p14:tracePt t="3317" x="3559175" y="2620963"/>
          <p14:tracePt t="3334" x="3603625" y="2697163"/>
          <p14:tracePt t="3336" x="3603625" y="2705100"/>
          <p14:tracePt t="3353" x="3633788" y="2727325"/>
          <p14:tracePt t="3385" x="3643313" y="2727325"/>
          <p14:tracePt t="3416" x="3665538" y="2682875"/>
          <p14:tracePt t="3431" x="3687763" y="2608263"/>
          <p14:tracePt t="3431" x="3687763" y="2598738"/>
          <p14:tracePt t="3453" x="3697288" y="2424113"/>
          <p14:tracePt t="3453" x="3697288" y="2416175"/>
          <p14:tracePt t="3467" x="3687763" y="2339975"/>
          <p14:tracePt t="3484" x="3679825" y="2295525"/>
          <p14:tracePt t="3500" x="3665538" y="2276475"/>
          <p14:tracePt t="3521" x="3665538" y="2263775"/>
          <p14:tracePt t="3553" x="3656013" y="2254250"/>
          <p14:tracePt t="3568" x="3643313" y="2224088"/>
          <p14:tracePt t="3569" x="3643313" y="2209800"/>
          <p14:tracePt t="3588" x="3633788" y="2165350"/>
          <p14:tracePt t="3589" x="3621088" y="2165350"/>
          <p14:tracePt t="3602" x="3621088" y="2147888"/>
          <p14:tracePt t="3622" x="3611563" y="2125663"/>
          <p14:tracePt t="3653" x="3611563" y="2111375"/>
          <p14:tracePt t="3668" x="3611563" y="2093913"/>
          <p14:tracePt t="3685" x="3603625" y="2049463"/>
          <p14:tracePt t="3700" x="3589338" y="2027238"/>
          <p14:tracePt t="3719" x="3567113" y="1995488"/>
          <p14:tracePt t="3720" x="3567113" y="1982788"/>
          <p14:tracePt t="3737" x="3549650" y="1965325"/>
          <p14:tracePt t="3738" x="3536950" y="1965325"/>
          <p14:tracePt t="3754" x="3505200" y="1951038"/>
          <p14:tracePt t="3756" x="3490913" y="1951038"/>
          <p14:tracePt t="3756" x="3490913" y="1941513"/>
          <p14:tracePt t="3770" x="3451225" y="1928813"/>
          <p14:tracePt t="3771" x="3438525" y="1928813"/>
          <p14:tracePt t="3788" x="3352800" y="1919288"/>
          <p14:tracePt t="3804" x="3254375" y="1906588"/>
          <p14:tracePt t="3824" x="3116263" y="1897063"/>
          <p14:tracePt t="3838" x="3032125" y="1889125"/>
          <p14:tracePt t="3844" x="3009900" y="1889125"/>
          <p14:tracePt t="3844" x="2987675" y="1889125"/>
          <p14:tracePt t="3864" x="2901950" y="1889125"/>
          <p14:tracePt t="3865" x="2867025" y="1889125"/>
          <p14:tracePt t="3878" x="2803525" y="1889125"/>
          <p14:tracePt t="3898" x="2751138" y="1897063"/>
          <p14:tracePt t="3898" x="2736850" y="1897063"/>
          <p14:tracePt t="3912" x="2697163" y="1906588"/>
          <p14:tracePt t="3912" x="2697163" y="1919288"/>
          <p14:tracePt t="3934" x="2652713" y="1941513"/>
          <p14:tracePt t="3935" x="2630488" y="1965325"/>
          <p14:tracePt t="3951" x="2566988" y="2017713"/>
          <p14:tracePt t="3969" x="2478088" y="2111375"/>
          <p14:tracePt t="3970" x="2468563" y="2125663"/>
          <p14:tracePt t="3970" x="2460625" y="2133600"/>
          <p14:tracePt t="3984" x="2370138" y="2224088"/>
          <p14:tracePt t="3985" x="2362200" y="2232025"/>
          <p14:tracePt t="4002" x="2263775" y="2362200"/>
          <p14:tracePt t="4002" x="2254250" y="2370138"/>
          <p14:tracePt t="4019" x="2133600" y="2544763"/>
          <p14:tracePt t="4020" x="2125663" y="2554288"/>
          <p14:tracePt t="4035" x="2058988" y="2727325"/>
          <p14:tracePt t="4035" x="2049463" y="2736850"/>
          <p14:tracePt t="4036" x="2036763" y="2751138"/>
          <p14:tracePt t="4055" x="1973263" y="2978150"/>
          <p14:tracePt t="4056" x="1965325" y="3040063"/>
          <p14:tracePt t="4057" x="1951038" y="3049588"/>
          <p14:tracePt t="4058" x="1951038" y="3062288"/>
          <p14:tracePt t="4058" x="1951038" y="3084513"/>
          <p14:tracePt t="4072" x="1928813" y="3246438"/>
          <p14:tracePt t="4073" x="1928813" y="3268663"/>
          <p14:tracePt t="4073" x="1928813" y="3276600"/>
          <p14:tracePt t="4088" x="1919288" y="3460750"/>
          <p14:tracePt t="4088" x="1919288" y="3473450"/>
          <p14:tracePt t="4103" x="1951038" y="3621088"/>
          <p14:tracePt t="4103" x="1951038" y="3643313"/>
          <p14:tracePt t="4104" x="1951038" y="3656013"/>
          <p14:tracePt t="4118" x="2017713" y="3817938"/>
          <p14:tracePt t="4119" x="2017713" y="3840163"/>
          <p14:tracePt t="4133" x="2093913" y="3978275"/>
          <p14:tracePt t="4134" x="2093913" y="3990975"/>
          <p14:tracePt t="4150" x="2201863" y="4130675"/>
          <p14:tracePt t="4150" x="2224088" y="4152900"/>
          <p14:tracePt t="4151" x="2224088" y="4160838"/>
          <p14:tracePt t="4165" x="2330450" y="4268788"/>
          <p14:tracePt t="4166" x="2339975" y="4281488"/>
          <p14:tracePt t="4167" x="2347913" y="4281488"/>
          <p14:tracePt t="4168" x="2362200" y="4291013"/>
          <p14:tracePt t="4168" x="2370138" y="4303713"/>
          <p14:tracePt t="4184" x="2536825" y="4433888"/>
          <p14:tracePt t="4185" x="2554288" y="4441825"/>
          <p14:tracePt t="4201" x="2705100" y="4549775"/>
          <p14:tracePt t="4201" x="2719388" y="4562475"/>
          <p14:tracePt t="4219" x="2911475" y="4679950"/>
          <p14:tracePt t="4219" x="2933700" y="4692650"/>
          <p14:tracePt t="4234" x="3138488" y="4808538"/>
          <p14:tracePt t="4252" x="3148013" y="4808538"/>
          <p14:tracePt t="4253" x="3397250" y="4916488"/>
          <p14:tracePt t="4253" x="3406775" y="4916488"/>
          <p14:tracePt t="4268" x="3643313" y="4951413"/>
          <p14:tracePt t="4268" x="3665538" y="4951413"/>
          <p14:tracePt t="4286" x="3956050" y="4929188"/>
          <p14:tracePt t="4287" x="3978275" y="4916488"/>
          <p14:tracePt t="4287" x="3990975" y="4916488"/>
          <p14:tracePt t="4301" x="4192588" y="4830763"/>
          <p14:tracePt t="4323" x="4419600" y="4679950"/>
          <p14:tracePt t="4323" x="4495800" y="4616450"/>
          <p14:tracePt t="4337" x="4670425" y="4433888"/>
          <p14:tracePt t="4337" x="4679950" y="4419600"/>
          <p14:tracePt t="4355" x="4808538" y="4227513"/>
          <p14:tracePt t="4355" x="4808538" y="4214813"/>
          <p14:tracePt t="4356" x="4822825" y="4205288"/>
          <p14:tracePt t="4370" x="4884738" y="4084638"/>
          <p14:tracePt t="4371" x="4884738" y="4076700"/>
          <p14:tracePt t="4387" x="4929188" y="3956050"/>
          <p14:tracePt t="4405" x="4938713" y="3848100"/>
          <p14:tracePt t="4406" x="4938713" y="3840163"/>
          <p14:tracePt t="4420" x="4938713" y="3741738"/>
          <p14:tracePt t="4421" x="4938713" y="3732213"/>
          <p14:tracePt t="4436" x="4916488" y="3611563"/>
          <p14:tracePt t="4437" x="4916488" y="3603625"/>
          <p14:tracePt t="4453" x="4884738" y="3482975"/>
          <p14:tracePt t="4470" x="4840288" y="3352800"/>
          <p14:tracePt t="4487" x="4776788" y="3236913"/>
          <p14:tracePt t="4488" x="4776788" y="3224213"/>
          <p14:tracePt t="4489" x="4764088" y="3214688"/>
          <p14:tracePt t="4504" x="4702175" y="3108325"/>
          <p14:tracePt t="4505" x="4692650" y="3084513"/>
          <p14:tracePt t="4523" x="4572000" y="2955925"/>
          <p14:tracePt t="4523" x="4562475" y="2941638"/>
          <p14:tracePt t="4540" x="4379913" y="2803525"/>
          <p14:tracePt t="4540" x="4367213" y="2781300"/>
          <p14:tracePt t="4556" x="4121150" y="2643188"/>
          <p14:tracePt t="4556" x="4108450" y="2630488"/>
          <p14:tracePt t="4572" x="3916363" y="2544763"/>
          <p14:tracePt t="4572" x="3916363" y="2536825"/>
          <p14:tracePt t="4573" x="3894138" y="2536825"/>
          <p14:tracePt t="4588" x="3741738" y="2478088"/>
          <p14:tracePt t="4603" x="3589338" y="2424113"/>
          <p14:tracePt t="4619" x="3451225" y="2384425"/>
          <p14:tracePt t="4620" x="3438525" y="2370138"/>
          <p14:tracePt t="4621" x="3429000" y="2370138"/>
          <p14:tracePt t="4621" x="3419475" y="2370138"/>
          <p14:tracePt t="4635" x="3276600" y="2339975"/>
          <p14:tracePt t="4636" x="3268663" y="2330450"/>
          <p14:tracePt t="4636" x="3254375" y="2330450"/>
          <p14:tracePt t="4652" x="3084513" y="2295525"/>
          <p14:tracePt t="4652" x="3071813" y="2295525"/>
          <p14:tracePt t="4653" x="3062288" y="2295525"/>
          <p14:tracePt t="4668" x="2919413" y="2295525"/>
          <p14:tracePt t="4668" x="2911475" y="2295525"/>
          <p14:tracePt t="4669" x="2901950" y="2295525"/>
          <p14:tracePt t="4685" x="2751138" y="2295525"/>
          <p14:tracePt t="4702" x="2598738" y="2308225"/>
          <p14:tracePt t="4703" x="2589213" y="2308225"/>
          <p14:tracePt t="4703" x="2576513" y="2308225"/>
          <p14:tracePt t="4717" x="2566988" y="2317750"/>
          <p14:tracePt t="4718" x="2446338" y="2339975"/>
          <p14:tracePt t="4719" x="2424113" y="2339975"/>
          <p14:tracePt t="4733" x="2317750" y="2393950"/>
          <p14:tracePt t="4733" x="2308225" y="2406650"/>
          <p14:tracePt t="4734" x="2295525" y="2406650"/>
          <p14:tracePt t="4750" x="2165350" y="2500313"/>
          <p14:tracePt t="4751" x="2155825" y="2522538"/>
          <p14:tracePt t="4751" x="2147888" y="2522538"/>
          <p14:tracePt t="4765" x="2036763" y="2665413"/>
          <p14:tracePt t="4766" x="2036763" y="2674938"/>
          <p14:tracePt t="4781" x="1941513" y="2835275"/>
          <p14:tracePt t="4782" x="1928813" y="2857500"/>
          <p14:tracePt t="4783" x="1928813" y="2867025"/>
          <p14:tracePt t="4784" x="1919288" y="2879725"/>
          <p14:tracePt t="4801" x="1844675" y="3084513"/>
          <p14:tracePt t="4802" x="1835150" y="3108325"/>
          <p14:tracePt t="4802" x="1835150" y="3116263"/>
          <p14:tracePt t="4803" x="1835150" y="3125788"/>
          <p14:tracePt t="4817" x="1812925" y="3352800"/>
          <p14:tracePt t="4818" x="1812925" y="3375025"/>
          <p14:tracePt t="4818" x="1812925" y="3384550"/>
          <p14:tracePt t="4833" x="1844675" y="3621088"/>
          <p14:tracePt t="4833" x="1844675" y="3633788"/>
          <p14:tracePt t="4849" x="1941513" y="3879850"/>
          <p14:tracePt t="4850" x="1951038" y="3894138"/>
          <p14:tracePt t="4851" x="1973263" y="3938588"/>
          <p14:tracePt t="4851" x="1982788" y="3946525"/>
          <p14:tracePt t="4869" x="2147888" y="4160838"/>
          <p14:tracePt t="4869" x="2232025" y="4259263"/>
          <p14:tracePt t="4887" x="2536825" y="4549775"/>
          <p14:tracePt t="4887" x="2544763" y="4572000"/>
          <p14:tracePt t="4902" x="2857500" y="4764088"/>
          <p14:tracePt t="4919" x="3276600" y="4960938"/>
          <p14:tracePt t="4920" x="3290888" y="4968875"/>
          <p14:tracePt t="4921" x="3322638" y="4983163"/>
          <p14:tracePt t="4921" x="3344863" y="4991100"/>
          <p14:tracePt t="4935" x="3656013" y="5099050"/>
          <p14:tracePt t="4936" x="3679825" y="5099050"/>
          <p14:tracePt t="4936" x="3697288" y="5111750"/>
          <p14:tracePt t="4995" x="5357813" y="5067300"/>
          <p14:tracePt t="4995" x="5380038" y="5067300"/>
          <p14:tracePt t="5013" x="5630863" y="4968875"/>
          <p14:tracePt t="5014" x="5791200" y="4894263"/>
          <p14:tracePt t="5014" x="5813425" y="4884738"/>
          <p14:tracePt t="5027" x="6027738" y="4732338"/>
          <p14:tracePt t="5028" x="6059488" y="4710113"/>
          <p14:tracePt t="5045" x="6264275" y="4473575"/>
          <p14:tracePt t="5045" x="6286500" y="4441825"/>
          <p14:tracePt t="5059" x="6370638" y="4259263"/>
          <p14:tracePt t="5060" x="6384925" y="4237038"/>
          <p14:tracePt t="5061" x="6384925" y="4227513"/>
          <p14:tracePt t="5078" x="6384925" y="4214813"/>
          <p14:tracePt t="5079" x="6416675" y="3978275"/>
          <p14:tracePt t="5079" x="6416675" y="3968750"/>
          <p14:tracePt t="5100" x="6407150" y="3825875"/>
          <p14:tracePt t="5100" x="6384925" y="3741738"/>
          <p14:tracePt t="5101" x="6384925" y="3732213"/>
          <p14:tracePt t="5115" x="6318250" y="3603625"/>
          <p14:tracePt t="5115" x="6318250" y="3589338"/>
          <p14:tracePt t="5132" x="6254750" y="3490913"/>
          <p14:tracePt t="5132" x="6210300" y="3438525"/>
          <p14:tracePt t="5133" x="6202363" y="3419475"/>
          <p14:tracePt t="5148" x="6059488" y="3246438"/>
          <p14:tracePt t="5149" x="6049963" y="3246438"/>
          <p14:tracePt t="5149" x="6049963" y="3236913"/>
          <p14:tracePt t="5165" x="5845175" y="3032125"/>
          <p14:tracePt t="5167" x="5822950" y="3017838"/>
          <p14:tracePt t="5168" x="5791200" y="2987675"/>
          <p14:tracePt t="5168" x="5768975" y="2965450"/>
          <p14:tracePt t="5183" x="5510213" y="2773363"/>
          <p14:tracePt t="5183" x="5465763" y="2736850"/>
          <p14:tracePt t="5200" x="5013325" y="2513013"/>
          <p14:tracePt t="5201" x="4983163" y="2500313"/>
          <p14:tracePt t="5218" x="4411663" y="2295525"/>
          <p14:tracePt t="5234" x="3894138" y="2201863"/>
          <p14:tracePt t="5235" x="3848100" y="2187575"/>
          <p14:tracePt t="5248" x="3482975" y="2165350"/>
          <p14:tracePt t="5249" x="3473450" y="2165350"/>
          <p14:tracePt t="5262" x="3224213" y="2165350"/>
          <p14:tracePt t="5262" x="3201988" y="2165350"/>
          <p14:tracePt t="5263" x="3179763" y="2165350"/>
          <p14:tracePt t="5281" x="2901950" y="2209800"/>
          <p14:tracePt t="5281" x="2889250" y="2209800"/>
          <p14:tracePt t="5282" x="2879725" y="2209800"/>
          <p14:tracePt t="5296" x="2674938" y="2286000"/>
          <p14:tracePt t="5297" x="2652713" y="2286000"/>
          <p14:tracePt t="5314" x="2468563" y="2393950"/>
          <p14:tracePt t="5314" x="2468563" y="2406650"/>
          <p14:tracePt t="5335" x="2317750" y="2554288"/>
          <p14:tracePt t="5335" x="2241550" y="2652713"/>
          <p14:tracePt t="5336" x="2224088" y="2665413"/>
          <p14:tracePt t="5350" x="2058988" y="2933700"/>
          <p14:tracePt t="5350" x="2049463" y="2955925"/>
          <p14:tracePt t="5364" x="1866900" y="3308350"/>
          <p14:tracePt t="5377" x="1852613" y="3330575"/>
          <p14:tracePt t="5385" x="1704975" y="3665538"/>
          <p14:tracePt t="5385" x="1616075" y="3902075"/>
          <p14:tracePt t="5386" x="1616075" y="3924300"/>
          <p14:tracePt t="5399" x="1522413" y="4259263"/>
          <p14:tracePt t="5399" x="1509713" y="4281488"/>
          <p14:tracePt t="5413" x="1509713" y="4562475"/>
          <p14:tracePt t="5413" x="1509713" y="4572000"/>
          <p14:tracePt t="5435" x="1593850" y="4776788"/>
          <p14:tracePt t="5435" x="1682750" y="4875213"/>
          <p14:tracePt t="5451" x="1897063" y="5022850"/>
          <p14:tracePt t="5464" x="2125663" y="5121275"/>
          <p14:tracePt t="5779" x="4419600" y="4951413"/>
          <p14:tracePt t="5780" x="4419600" y="4938713"/>
          <p14:tracePt t="5780" x="4419600" y="4916488"/>
          <p14:tracePt t="5797" x="4367213" y="4732338"/>
          <p14:tracePt t="5798" x="4335463" y="4616450"/>
          <p14:tracePt t="5798" x="4335463" y="4594225"/>
          <p14:tracePt t="5818" x="4214813" y="4227513"/>
          <p14:tracePt t="5819" x="4138613" y="4044950"/>
          <p14:tracePt t="5820" x="4138613" y="4032250"/>
          <p14:tracePt t="5820" x="4130675" y="4010025"/>
          <p14:tracePt t="5834" x="3946525" y="3633788"/>
          <p14:tracePt t="5834" x="3938588" y="3611563"/>
          <p14:tracePt t="5852" x="3719513" y="3268663"/>
          <p14:tracePt t="5852" x="3687763" y="3236913"/>
          <p14:tracePt t="5867" x="3559175" y="3071813"/>
          <p14:tracePt t="5867" x="3549650" y="3062288"/>
          <p14:tracePt t="5868" x="3549650" y="3049588"/>
          <p14:tracePt t="5881" x="3482975" y="2987675"/>
          <p14:tracePt t="5899" x="3451225" y="2965450"/>
          <p14:tracePt t="6085" x="3429000" y="2941638"/>
          <p14:tracePt t="6101" x="3367088" y="2911475"/>
          <p14:tracePt t="6102" x="3352800" y="2901950"/>
          <p14:tracePt t="6117" x="3214688" y="2825750"/>
          <p14:tracePt t="6134" x="3032125" y="2727325"/>
          <p14:tracePt t="6134" x="3017838" y="2727325"/>
          <p14:tracePt t="6135" x="2995613" y="2719388"/>
          <p14:tracePt t="6152" x="2825750" y="2665413"/>
          <p14:tracePt t="6152" x="2813050" y="2665413"/>
          <p14:tracePt t="6155" x="2795588" y="2665413"/>
          <p14:tracePt t="6155" x="2781300" y="2665413"/>
          <p14:tracePt t="6168" x="2682875" y="2652713"/>
          <p14:tracePt t="6181" x="2630488" y="2643188"/>
          <p14:tracePt t="6212" x="2598738" y="2630488"/>
          <p14:tracePt t="6284" x="2589213" y="2630488"/>
          <p14:tracePt t="6372" x="2608263" y="2620963"/>
          <p14:tracePt t="6385" x="2643188" y="2598738"/>
          <p14:tracePt t="6386" x="2652713" y="2598738"/>
          <p14:tracePt t="6386" x="2665413" y="2589213"/>
          <p14:tracePt t="6400" x="2751138" y="2554288"/>
          <p14:tracePt t="6400" x="2759075" y="2554288"/>
          <p14:tracePt t="6418" x="2919413" y="2500313"/>
          <p14:tracePt t="6433" x="3094038" y="2438400"/>
          <p14:tracePt t="6433" x="3108325" y="2424113"/>
          <p14:tracePt t="6448" x="3246438" y="2370138"/>
          <p14:tracePt t="6465" x="3344863" y="2339975"/>
          <p14:tracePt t="6466" x="3352800" y="2339975"/>
          <p14:tracePt t="6483" x="3367088" y="2330450"/>
          <p14:tracePt t="6605" x="3367088" y="2317750"/>
          <p14:tracePt t="6618" x="3367088" y="2295525"/>
          <p14:tracePt t="6634" x="3375025" y="2263775"/>
          <p14:tracePt t="6635" x="3375025" y="2254250"/>
          <p14:tracePt t="6649" x="3375025" y="2224088"/>
          <p14:tracePt t="6650" x="3375025" y="2209800"/>
          <p14:tracePt t="6666" x="3375025" y="2187575"/>
          <p14:tracePt t="6683" x="3375025" y="2179638"/>
          <p14:tracePt t="6731" x="3375025" y="2165350"/>
          <p14:tracePt t="6732" x="3384550" y="2147888"/>
          <p14:tracePt t="6747" x="3384550" y="2133600"/>
          <p14:tracePt t="6769" x="3384550" y="2111375"/>
          <p14:tracePt t="6872" x="3384550" y="2103438"/>
          <p14:tracePt t="6884" x="3375025" y="2093913"/>
          <p14:tracePt t="6901" x="3375025" y="2081213"/>
          <p14:tracePt t="6980" x="3384550" y="2081213"/>
          <p14:tracePt t="6998" x="3406775" y="2111375"/>
          <p14:tracePt t="6999" x="3429000" y="2155825"/>
          <p14:tracePt t="7017" x="3527425" y="2263775"/>
          <p14:tracePt t="7030" x="3643313" y="2384425"/>
          <p14:tracePt t="7051" x="3795713" y="2536825"/>
          <p14:tracePt t="7052" x="3862388" y="2608263"/>
          <p14:tracePt t="7052" x="3870325" y="2608263"/>
          <p14:tracePt t="7065" x="4010025" y="2751138"/>
          <p14:tracePt t="7082" x="4022725" y="2759075"/>
          <p14:tracePt t="7083" x="4205288" y="2987675"/>
          <p14:tracePt t="7084" x="4227513" y="2995613"/>
          <p14:tracePt t="7101" x="4379913" y="3224213"/>
          <p14:tracePt t="7117" x="4540250" y="3505200"/>
          <p14:tracePt t="7132" x="4679950" y="3709988"/>
          <p14:tracePt t="7150" x="4822825" y="3916363"/>
          <p14:tracePt t="7150" x="4822825" y="3924300"/>
          <p14:tracePt t="7151" x="4840288" y="3938588"/>
          <p14:tracePt t="7165" x="4983163" y="4076700"/>
          <p14:tracePt t="7183" x="4991100" y="4076700"/>
          <p14:tracePt t="7183" x="5133975" y="4175125"/>
          <p14:tracePt t="7184" x="5143500" y="4175125"/>
          <p14:tracePt t="7204" x="5227638" y="4214813"/>
          <p14:tracePt t="7204" x="5281613" y="4237038"/>
          <p14:tracePt t="7222" x="5370513" y="4268788"/>
          <p14:tracePt t="7223" x="5380038" y="4268788"/>
          <p14:tracePt t="7237" x="5411788" y="4268788"/>
          <p14:tracePt t="7253" x="5424488" y="4281488"/>
          <p14:tracePt t="7329" x="5411788" y="4268788"/>
          <p14:tracePt t="7348" x="5394325" y="4259263"/>
          <p14:tracePt t="7349" x="5380038" y="4251325"/>
          <p14:tracePt t="7366" x="5348288" y="4237038"/>
          <p14:tracePt t="7383" x="5295900" y="4214813"/>
          <p14:tracePt t="7397" x="5241925" y="4192588"/>
          <p14:tracePt t="7418" x="5175250" y="4160838"/>
          <p14:tracePt t="7435" x="5153025" y="4152900"/>
          <p14:tracePt t="7451" x="5143500" y="4152900"/>
          <p14:tracePt t="7527" x="5153025" y="4152900"/>
          <p14:tracePt t="7540" x="5153025" y="4160838"/>
          <p14:tracePt t="7554" x="5165725" y="4160838"/>
          <p14:tracePt t="7568" x="5165725" y="4175125"/>
          <p14:tracePt t="7585" x="5165725" y="4183063"/>
          <p14:tracePt t="7599" x="5165725" y="4205288"/>
          <p14:tracePt t="7615" x="5153025" y="4214813"/>
          <p14:tracePt t="7615" x="5143500" y="4227513"/>
          <p14:tracePt t="7630" x="5143500" y="4237038"/>
          <p14:tracePt t="7647" x="5121275" y="4259263"/>
          <p14:tracePt t="7679" x="5121275" y="4268788"/>
          <p14:tracePt t="7706" x="5121275" y="4291013"/>
          <p14:tracePt t="7719" x="5121275" y="4303713"/>
          <p14:tracePt t="7733" x="5133975" y="4313238"/>
          <p14:tracePt t="7751" x="5143500" y="4335463"/>
          <p14:tracePt t="7752" x="5143500" y="4344988"/>
          <p14:tracePt t="7767" x="5153025" y="4367213"/>
          <p14:tracePt t="7784" x="5175250" y="4397375"/>
          <p14:tracePt t="7801" x="5197475" y="4419600"/>
          <p14:tracePt t="7801" x="5197475" y="4433888"/>
          <p14:tracePt t="7819" x="5205413" y="4441825"/>
          <p14:tracePt t="7819" x="5205413" y="4451350"/>
          <p14:tracePt t="7834" x="5219700" y="4451350"/>
          <p14:tracePt t="7835" x="5219700" y="4465638"/>
          <p14:tracePt t="7867" x="5219700" y="4473575"/>
          <p14:tracePt t="7899" x="5219700" y="4487863"/>
          <p14:tracePt t="7927" x="5227638" y="4487863"/>
          <p14:tracePt t="7928" x="5227638" y="4495800"/>
          <p14:tracePt t="7928" x="5241925" y="4495800"/>
          <p14:tracePt t="7949" x="5251450" y="4495800"/>
          <p14:tracePt t="7949" x="5273675" y="4510088"/>
          <p14:tracePt t="7962" x="5303838" y="4510088"/>
          <p14:tracePt t="7980" x="5318125" y="4510088"/>
          <p14:tracePt t="7980" x="5380038" y="4495800"/>
          <p14:tracePt t="7981" x="5394325" y="4495800"/>
          <p14:tracePt t="7996" x="5456238" y="4495800"/>
          <p14:tracePt t="7996" x="5465763" y="4495800"/>
          <p14:tracePt t="8014" x="5562600" y="4510088"/>
          <p14:tracePt t="8014" x="5576888" y="4510088"/>
          <p14:tracePt t="8029" x="5638800" y="4518025"/>
          <p14:tracePt t="8047" x="5715000" y="4527550"/>
          <p14:tracePt t="8061" x="5746750" y="4527550"/>
          <p14:tracePt t="8078" x="5768975" y="4527550"/>
          <p14:tracePt t="8113" x="5768975" y="4518025"/>
          <p14:tracePt t="8130" x="5776913" y="4518025"/>
          <p14:tracePt t="8131" x="5776913" y="4510088"/>
          <p14:tracePt t="8148" x="5776913" y="4487863"/>
          <p14:tracePt t="8167" x="5759450" y="4441825"/>
          <p14:tracePt t="8169" x="5759450" y="4433888"/>
          <p14:tracePt t="8169" x="5746750" y="4433888"/>
          <p14:tracePt t="8183" x="5724525" y="4397375"/>
          <p14:tracePt t="8184" x="5715000" y="4397375"/>
          <p14:tracePt t="8184" x="5715000" y="4389438"/>
          <p14:tracePt t="8199" x="5670550" y="4344988"/>
          <p14:tracePt t="8200" x="5661025" y="4344988"/>
          <p14:tracePt t="8200" x="5661025" y="4335463"/>
          <p14:tracePt t="8217" x="5594350" y="4281488"/>
          <p14:tracePt t="8218" x="5594350" y="4268788"/>
          <p14:tracePt t="8232" x="5554663" y="4251325"/>
          <p14:tracePt t="8250" x="5522913" y="4205288"/>
          <p14:tracePt t="8267" x="5487988" y="4183063"/>
          <p14:tracePt t="8286" x="5465763" y="4175125"/>
          <p14:tracePt t="8287" x="5456238" y="4175125"/>
          <p14:tracePt t="8300" x="5446713" y="4160838"/>
          <p14:tracePt t="8333" x="5434013" y="4160838"/>
          <p14:tracePt t="8346" x="5424488" y="4160838"/>
          <p14:tracePt t="8377" x="5411788" y="4160838"/>
          <p14:tracePt t="8377" x="5380038" y="4160838"/>
          <p14:tracePt t="8397" x="5335588" y="4175125"/>
          <p14:tracePt t="8397" x="5326063" y="4183063"/>
          <p14:tracePt t="8398" x="5326063" y="4192588"/>
          <p14:tracePt t="8413" x="5281613" y="4227513"/>
          <p14:tracePt t="8414" x="5273675" y="4227513"/>
          <p14:tracePt t="8429" x="5241925" y="4268788"/>
          <p14:tracePt t="8448" x="5219700" y="4313238"/>
          <p14:tracePt t="8448" x="5219700" y="4322763"/>
          <p14:tracePt t="8463" x="5219700" y="4335463"/>
          <p14:tracePt t="8482" x="5241925" y="4357688"/>
          <p14:tracePt t="8497" x="5264150" y="4367213"/>
          <p14:tracePt t="8498" x="5273675" y="4367213"/>
          <p14:tracePt t="8515" x="5303838" y="4379913"/>
          <p14:tracePt t="8516" x="5303838" y="4389438"/>
          <p14:tracePt t="8533" x="5357813" y="4389438"/>
          <p14:tracePt t="8534" x="5357813" y="4397375"/>
          <p14:tracePt t="8551" x="5434013" y="4397375"/>
          <p14:tracePt t="8551" x="5434013" y="4411663"/>
          <p14:tracePt t="8565" x="5500688" y="4411663"/>
          <p14:tracePt t="8565" x="5510213" y="4411663"/>
          <p14:tracePt t="8581" x="5562600" y="4411663"/>
          <p14:tracePt t="8598" x="5594350" y="4397375"/>
          <p14:tracePt t="8612" x="5608638" y="4397375"/>
          <p14:tracePt t="8712" x="5616575" y="4397375"/>
          <p14:tracePt t="8724" x="5630863" y="4397375"/>
          <p14:tracePt t="8739" x="5653088" y="4397375"/>
          <p14:tracePt t="8754" x="5692775" y="4411663"/>
          <p14:tracePt t="8755" x="5705475" y="4411663"/>
          <p14:tracePt t="8772" x="5746750" y="4419600"/>
          <p14:tracePt t="8773" x="5759450" y="4419600"/>
          <p14:tracePt t="8790" x="5813425" y="4419600"/>
          <p14:tracePt t="8805" x="5853113" y="4411663"/>
          <p14:tracePt t="8823" x="5889625" y="4397375"/>
          <p14:tracePt t="8825" x="5897563" y="4397375"/>
          <p14:tracePt t="8844" x="5907088" y="4397375"/>
          <p14:tracePt t="8857" x="5907088" y="4389438"/>
          <p14:tracePt t="8872" x="5907088" y="4379913"/>
          <p14:tracePt t="8889" x="5907088" y="4367213"/>
          <p14:tracePt t="8918" x="5907088" y="4357688"/>
          <p14:tracePt t="9496" x="5897563" y="4357688"/>
          <p14:tracePt t="9514" x="5875338" y="4367213"/>
          <p14:tracePt t="9515" x="5853113" y="4367213"/>
          <p14:tracePt t="9515" x="5853113" y="4379913"/>
          <p14:tracePt t="9532" x="5799138" y="4389438"/>
          <p14:tracePt t="9532" x="5791200" y="4389438"/>
          <p14:tracePt t="9550" x="5692775" y="4389438"/>
          <p14:tracePt t="9550" x="5683250" y="4389438"/>
          <p14:tracePt t="9564" x="5594350" y="4397375"/>
          <p14:tracePt t="9565" x="5584825" y="4397375"/>
          <p14:tracePt t="9583" x="5478463" y="4389438"/>
          <p14:tracePt t="9584" x="5465763" y="4379913"/>
          <p14:tracePt t="9600" x="5380038" y="4367213"/>
          <p14:tracePt t="9601" x="5370513" y="4357688"/>
          <p14:tracePt t="9616" x="5303838" y="4344988"/>
          <p14:tracePt t="9617" x="5303838" y="4335463"/>
          <p14:tracePt t="9617" x="5295900" y="4335463"/>
          <p14:tracePt t="9632" x="5227638" y="4303713"/>
          <p14:tracePt t="9650" x="5111750" y="4259263"/>
          <p14:tracePt t="9650" x="5089525" y="4251325"/>
          <p14:tracePt t="9668" x="4906963" y="4160838"/>
          <p14:tracePt t="9685" x="4702175" y="4054475"/>
          <p14:tracePt t="9686" x="4692650" y="4054475"/>
          <p14:tracePt t="9686" x="4692650" y="4044950"/>
          <p14:tracePt t="9700" x="4473575" y="3938588"/>
          <p14:tracePt t="9717" x="4268788" y="3817938"/>
          <p14:tracePt t="9718" x="4259263" y="3817938"/>
          <p14:tracePt t="9719" x="4259263" y="3808413"/>
          <p14:tracePt t="9719" x="4251325" y="3808413"/>
          <p14:tracePt t="9733" x="4130675" y="3732213"/>
          <p14:tracePt t="9733" x="4121150" y="3732213"/>
          <p14:tracePt t="9750" x="4010025" y="3656013"/>
          <p14:tracePt t="9766" x="3946525" y="3603625"/>
          <p14:tracePt t="9785" x="3879850" y="3536950"/>
          <p14:tracePt t="9785" x="3879850" y="3527425"/>
          <p14:tracePt t="9800" x="3825875" y="3482975"/>
          <p14:tracePt t="9818" x="3751263" y="3438525"/>
          <p14:tracePt t="9836" x="3665538" y="3375025"/>
          <p14:tracePt t="9851" x="3581400" y="3322638"/>
          <p14:tracePt t="9868" x="3490913" y="3254375"/>
          <p14:tracePt t="9869" x="3482975" y="3246438"/>
          <p14:tracePt t="9883" x="3419475" y="3192463"/>
          <p14:tracePt t="9884" x="3406775" y="3179763"/>
          <p14:tracePt t="9898" x="3322638" y="3116263"/>
          <p14:tracePt t="9912" x="3254375" y="3071813"/>
          <p14:tracePt t="9912" x="3236913" y="3062288"/>
          <p14:tracePt t="9927" x="3224213" y="3062288"/>
          <p14:tracePt t="9934" x="3148013" y="3017838"/>
          <p14:tracePt t="9935" x="3125788" y="2995613"/>
          <p14:tracePt t="9951" x="3084513" y="2965450"/>
          <p14:tracePt t="9967" x="3062288" y="2955925"/>
          <p14:tracePt t="9982" x="3040063" y="2941638"/>
          <p14:tracePt t="10049" x="3032125" y="2955925"/>
          <p14:tracePt t="10068" x="2995613" y="2955925"/>
          <p14:tracePt t="10068" x="2965450" y="2965450"/>
          <p14:tracePt t="10082" x="2889250" y="2978150"/>
          <p14:tracePt t="10097" x="2773363" y="2978150"/>
          <p14:tracePt t="10097" x="2759075" y="2978150"/>
          <p14:tracePt t="10098" x="2751138" y="2978150"/>
          <p14:tracePt t="10115" x="2544763" y="2978150"/>
          <p14:tracePt t="10129" x="2416175" y="2978150"/>
          <p14:tracePt t="10148" x="2317750" y="2978150"/>
          <p14:tracePt t="10149" x="2276475" y="2978150"/>
          <p14:tracePt t="10168" x="2224088" y="2978150"/>
          <p14:tracePt t="10169" x="2201863" y="2978150"/>
          <p14:tracePt t="10197" x="2187575" y="2978150"/>
          <p14:tracePt t="10292" x="2179638" y="2978150"/>
          <p14:tracePt t="10311" x="2147888" y="2978150"/>
          <p14:tracePt t="10311" x="2133600" y="2978150"/>
          <p14:tracePt t="10328" x="2071688" y="2978150"/>
          <p14:tracePt t="10329" x="2058988" y="2978150"/>
          <p14:tracePt t="10348" x="1982788" y="2978150"/>
          <p14:tracePt t="10349" x="1951038" y="2987675"/>
          <p14:tracePt t="10369" x="1897063" y="2987675"/>
          <p14:tracePt t="10369" x="1874838" y="2995613"/>
          <p14:tracePt t="10383" x="1844675" y="2995613"/>
          <p14:tracePt t="10400" x="1835150" y="2995613"/>
          <p14:tracePt t="10490" x="1822450" y="2995613"/>
          <p14:tracePt t="10517" x="1812925" y="2995613"/>
          <p14:tracePt t="10730" x="1798638" y="2995613"/>
          <p14:tracePt t="10731" x="1790700" y="3009900"/>
          <p14:tracePt t="10752" x="1776413" y="3009900"/>
          <p14:tracePt t="10841" x="1768475" y="3009900"/>
          <p14:tracePt t="10853" x="1768475" y="3017838"/>
          <p14:tracePt t="10966" x="1776413" y="3017838"/>
          <p14:tracePt t="10984" x="1822450" y="3009900"/>
          <p14:tracePt t="10985" x="1852613" y="3009900"/>
          <p14:tracePt t="10986" x="1866900" y="3009900"/>
          <p14:tracePt t="10999" x="1951038" y="2995613"/>
          <p14:tracePt t="11017" x="2081213" y="2995613"/>
          <p14:tracePt t="11033" x="2179638" y="2995613"/>
          <p14:tracePt t="11049" x="2179638" y="3009900"/>
          <p14:tracePt t="11049" x="2254250" y="3017838"/>
          <p14:tracePt t="11066" x="2308225" y="3032125"/>
          <p14:tracePt t="11082" x="2317750" y="3032125"/>
          <p14:tracePt t="11082" x="2362200" y="3040063"/>
          <p14:tracePt t="11100" x="2416175" y="3049588"/>
          <p14:tracePt t="11117" x="2478088" y="3049588"/>
          <p14:tracePt t="11131" x="2536825" y="3049588"/>
          <p14:tracePt t="11147" x="2589213" y="3049588"/>
          <p14:tracePt t="11179" x="2620963" y="3049588"/>
          <p14:tracePt t="11180" x="2620963" y="3062288"/>
          <p14:tracePt t="11241" x="2589213" y="3071813"/>
          <p14:tracePt t="11254" x="2544763" y="3084513"/>
          <p14:tracePt t="11271" x="2406650" y="3084513"/>
          <p14:tracePt t="11272" x="2393950" y="3084513"/>
          <p14:tracePt t="11272" x="2384425" y="3084513"/>
          <p14:tracePt t="11287" x="2370138" y="3084513"/>
          <p14:tracePt t="11287" x="2209800" y="3084513"/>
          <p14:tracePt t="11289" x="2187575" y="3084513"/>
          <p14:tracePt t="11289" x="2179638" y="3084513"/>
          <p14:tracePt t="11304" x="2017713" y="3071813"/>
          <p14:tracePt t="11304" x="2005013" y="3071813"/>
          <p14:tracePt t="11319" x="1844675" y="3062288"/>
          <p14:tracePt t="11334" x="1758950" y="3049588"/>
          <p14:tracePt t="11351" x="1736725" y="3049588"/>
          <p14:tracePt t="11633" x="1746250" y="3049588"/>
          <p14:tracePt t="11633" x="1746250" y="3040063"/>
          <p14:tracePt t="11651" x="1758950" y="3040063"/>
          <p14:tracePt t="11667" x="1798638" y="3032125"/>
          <p14:tracePt t="11682" x="1852613" y="3032125"/>
          <p14:tracePt t="11697" x="1941513" y="3017838"/>
          <p14:tracePt t="11714" x="2071688" y="3017838"/>
          <p14:tracePt t="11736" x="2209800" y="3017838"/>
          <p14:tracePt t="11737" x="2308225" y="3017838"/>
          <p14:tracePt t="11738" x="2317750" y="3017838"/>
          <p14:tracePt t="11752" x="2460625" y="3032125"/>
          <p14:tracePt t="11752" x="2468563" y="3032125"/>
          <p14:tracePt t="11766" x="2589213" y="3040063"/>
          <p14:tracePt t="11767" x="2598738" y="3040063"/>
          <p14:tracePt t="11783" x="2674938" y="3040063"/>
          <p14:tracePt t="11798" x="2697163" y="3040063"/>
          <p14:tracePt t="11815" x="2705100" y="3049588"/>
          <p14:tracePt t="13698" x="2719388" y="3071813"/>
          <p14:tracePt t="13711" x="2751138" y="3160713"/>
          <p14:tracePt t="13712" x="2751138" y="3170238"/>
          <p14:tracePt t="13713" x="2759075" y="3179763"/>
          <p14:tracePt t="13713" x="2773363" y="3201988"/>
          <p14:tracePt t="13729" x="2847975" y="3344863"/>
          <p14:tracePt t="13729" x="2857500" y="3367088"/>
          <p14:tracePt t="13749" x="2987675" y="3473450"/>
          <p14:tracePt t="13749" x="2995613" y="3473450"/>
          <p14:tracePt t="13765" x="3108325" y="3505200"/>
          <p14:tracePt t="13781" x="3290888" y="3549650"/>
          <p14:tracePt t="13796" x="3549650" y="3589338"/>
          <p14:tracePt t="13816" x="3786188" y="3603625"/>
          <p14:tracePt t="13817" x="4032250" y="3611563"/>
          <p14:tracePt t="13830" x="4487863" y="3603625"/>
          <p14:tracePt t="13847" x="4991100" y="3581400"/>
          <p14:tracePt t="13847" x="5022850" y="3581400"/>
          <p14:tracePt t="13861" x="5446713" y="3559175"/>
          <p14:tracePt t="13861" x="5465763" y="3549650"/>
          <p14:tracePt t="13874" x="5813425" y="3513138"/>
          <p14:tracePt t="13875" x="5835650" y="3505200"/>
          <p14:tracePt t="13876" x="5853113" y="3505200"/>
          <p14:tracePt t="13893" x="5875338" y="3505200"/>
          <p14:tracePt t="13893" x="6148388" y="3438525"/>
          <p14:tracePt t="13894" x="6156325" y="3438525"/>
          <p14:tracePt t="13907" x="6242050" y="3406775"/>
          <p14:tracePt t="13922" x="6276975" y="3375025"/>
          <p14:tracePt t="13936" x="6286500" y="3367088"/>
          <p14:tracePt t="13969" x="6286500" y="3344863"/>
          <p14:tracePt t="13969" x="6286500" y="3330575"/>
          <p14:tracePt t="13984" x="6264275" y="3290888"/>
          <p14:tracePt t="14001" x="6242050" y="3214688"/>
          <p14:tracePt t="14017" x="6210300" y="3138488"/>
          <p14:tracePt t="14017" x="6202363" y="3138488"/>
          <p14:tracePt t="14032" x="6156325" y="3062288"/>
          <p14:tracePt t="14052" x="6072188" y="2987675"/>
          <p14:tracePt t="14053" x="6059488" y="2978150"/>
          <p14:tracePt t="14071" x="5951538" y="2911475"/>
          <p14:tracePt t="14072" x="5942013" y="2901950"/>
          <p14:tracePt t="14086" x="5835650" y="2857500"/>
          <p14:tracePt t="14086" x="5822950" y="2847975"/>
          <p14:tracePt t="14102" x="5683250" y="2813050"/>
          <p14:tracePt t="14120" x="5584825" y="2803525"/>
          <p14:tracePt t="14134" x="5540375" y="2803525"/>
          <p14:tracePt t="14151" x="5522913" y="2803525"/>
          <p14:tracePt t="14168" x="5510213" y="2813050"/>
          <p14:tracePt t="14186" x="5487988" y="2847975"/>
          <p14:tracePt t="14204" x="5456238" y="2933700"/>
          <p14:tracePt t="14205" x="5456238" y="2941638"/>
          <p14:tracePt t="14205" x="5446713" y="2955925"/>
          <p14:tracePt t="14219" x="5411788" y="3116263"/>
          <p14:tracePt t="14236" x="5402263" y="3344863"/>
          <p14:tracePt t="14237" x="5402263" y="3352800"/>
          <p14:tracePt t="14252" x="5411788" y="3549650"/>
          <p14:tracePt t="14253" x="5411788" y="3559175"/>
          <p14:tracePt t="14254" x="5411788" y="3567113"/>
          <p14:tracePt t="14254" x="5424488" y="3581400"/>
          <p14:tracePt t="14269" x="5456238" y="3741738"/>
          <p14:tracePt t="14269" x="5465763" y="3751263"/>
          <p14:tracePt t="14284" x="5540375" y="3894138"/>
          <p14:tracePt t="14301" x="5638800" y="3990975"/>
          <p14:tracePt t="14302" x="5653088" y="3990975"/>
          <p14:tracePt t="14303" x="5661025" y="4000500"/>
          <p14:tracePt t="14317" x="5661025" y="4010025"/>
          <p14:tracePt t="14317" x="5759450" y="4076700"/>
          <p14:tracePt t="14333" x="5875338" y="4138613"/>
          <p14:tracePt t="14350" x="5995988" y="4183063"/>
          <p14:tracePt t="14351" x="6005513" y="4183063"/>
          <p14:tracePt t="14365" x="6103938" y="4214813"/>
          <p14:tracePt t="14382" x="6210300" y="4237038"/>
          <p14:tracePt t="14383" x="6232525" y="4251325"/>
          <p14:tracePt t="14398" x="6348413" y="4259263"/>
          <p14:tracePt t="14399" x="6362700" y="4259263"/>
          <p14:tracePt t="14399" x="6370638" y="4259263"/>
          <p14:tracePt t="14415" x="6523038" y="4259263"/>
          <p14:tracePt t="14433" x="6653213" y="4259263"/>
          <p14:tracePt t="14434" x="6727825" y="4259263"/>
          <p14:tracePt t="14448" x="6867525" y="4251325"/>
          <p14:tracePt t="14449" x="6880225" y="4251325"/>
          <p14:tracePt t="14450" x="6889750" y="4251325"/>
          <p14:tracePt t="14451" x="6902450" y="4251325"/>
          <p14:tracePt t="14452" x="6911975" y="4251325"/>
          <p14:tracePt t="14465" x="7018338" y="4227513"/>
          <p14:tracePt t="14483" x="7126288" y="4192588"/>
          <p14:tracePt t="14500" x="7170738" y="4175125"/>
          <p14:tracePt t="14515" x="7180263" y="4152900"/>
          <p14:tracePt t="14530" x="7192963" y="4152900"/>
          <p14:tracePt t="14549" x="7192963" y="4138613"/>
          <p14:tracePt t="14581" x="7192963" y="4130675"/>
          <p14:tracePt t="14780" x="7192963" y="4121150"/>
          <p14:tracePt t="14798" x="7180263" y="4108450"/>
          <p14:tracePt t="14799" x="7180263" y="4098925"/>
          <p14:tracePt t="14816" x="7170738" y="4076700"/>
          <p14:tracePt t="14833" x="7161213" y="4062413"/>
          <p14:tracePt t="14848" x="7138988" y="4054475"/>
          <p14:tracePt t="14849" x="7138988" y="4044950"/>
          <p14:tracePt t="14864" x="7126288" y="4044950"/>
          <p14:tracePt t="14882" x="7108825" y="4032250"/>
          <p14:tracePt t="14899" x="7094538" y="4022725"/>
          <p14:tracePt t="14915" x="7072313" y="4010025"/>
          <p14:tracePt t="14930" x="7040563" y="4010025"/>
          <p14:tracePt t="14950" x="6996113" y="4000500"/>
          <p14:tracePt t="14951" x="6988175" y="4000500"/>
          <p14:tracePt t="14964" x="6956425" y="4000500"/>
          <p14:tracePt t="14981" x="6902450" y="4000500"/>
          <p14:tracePt t="15004" x="6867525" y="4000500"/>
          <p14:tracePt t="15005" x="6848475" y="4000500"/>
          <p14:tracePt t="15005" x="6835775" y="4000500"/>
          <p14:tracePt t="15019" x="6804025" y="4000500"/>
          <p14:tracePt t="15038" x="6751638" y="4000500"/>
          <p14:tracePt t="15039" x="6751638" y="4010025"/>
          <p14:tracePt t="15053" x="6719888" y="4010025"/>
          <p14:tracePt t="15068" x="6675438" y="4022725"/>
          <p14:tracePt t="15082" x="6653213" y="4032250"/>
          <p14:tracePt t="15083" x="6643688" y="4032250"/>
          <p14:tracePt t="15098" x="6599238" y="4044950"/>
          <p14:tracePt t="15115" x="6554788" y="4054475"/>
          <p14:tracePt t="15133" x="6523038" y="4076700"/>
          <p14:tracePt t="15151" x="6491288" y="4108450"/>
          <p14:tracePt t="15168" x="6469063" y="4138613"/>
          <p14:tracePt t="15170" x="6461125" y="4152900"/>
          <p14:tracePt t="15187" x="6438900" y="4205288"/>
          <p14:tracePt t="15188" x="6438900" y="4214813"/>
          <p14:tracePt t="15203" x="6424613" y="4268788"/>
          <p14:tracePt t="15204" x="6416675" y="4281488"/>
          <p14:tracePt t="15221" x="6416675" y="4357688"/>
          <p14:tracePt t="15222" x="6416675" y="4367213"/>
          <p14:tracePt t="15237" x="6416675" y="4433888"/>
          <p14:tracePt t="15237" x="6416675" y="4441825"/>
          <p14:tracePt t="15252" x="6424613" y="4510088"/>
          <p14:tracePt t="15269" x="6446838" y="4594225"/>
          <p14:tracePt t="15284" x="6469063" y="4670425"/>
          <p14:tracePt t="15284" x="6469063" y="4679950"/>
          <p14:tracePt t="15299" x="6513513" y="4746625"/>
          <p14:tracePt t="15316" x="6554788" y="4808538"/>
          <p14:tracePt t="15332" x="6608763" y="4852988"/>
          <p14:tracePt t="15350" x="6665913" y="4894263"/>
          <p14:tracePt t="15366" x="6719888" y="4916488"/>
          <p14:tracePt t="15366" x="6719888" y="4929188"/>
          <p14:tracePt t="15367" x="6727825" y="4929188"/>
          <p14:tracePt t="15382" x="6781800" y="4951413"/>
          <p14:tracePt t="15398" x="6835775" y="4960938"/>
          <p14:tracePt t="15399" x="6848475" y="4968875"/>
          <p14:tracePt t="15399" x="6867525" y="4968875"/>
          <p14:tracePt t="15415" x="6956425" y="4983163"/>
          <p14:tracePt t="15430" x="7062788" y="4983163"/>
          <p14:tracePt t="15431" x="7062788" y="4968875"/>
          <p14:tracePt t="15447" x="7192963" y="4968875"/>
          <p14:tracePt t="15449" x="7202488" y="4960938"/>
          <p14:tracePt t="15449" x="7215188" y="4960938"/>
          <p14:tracePt t="15463" x="7323138" y="4951413"/>
          <p14:tracePt t="15464" x="7331075" y="4951413"/>
          <p14:tracePt t="15464" x="7353300" y="4938713"/>
          <p14:tracePt t="15479" x="7473950" y="4929188"/>
          <p14:tracePt t="15479" x="7483475" y="4929188"/>
          <p14:tracePt t="15496" x="7581900" y="4906963"/>
          <p14:tracePt t="15498" x="7612063" y="4894263"/>
          <p14:tracePt t="15498" x="7621588" y="4894263"/>
          <p14:tracePt t="15518" x="7697788" y="4875213"/>
          <p14:tracePt t="15519" x="7732713" y="4862513"/>
          <p14:tracePt t="15519" x="7732713" y="4852988"/>
          <p14:tracePt t="15520" x="7742238" y="4852988"/>
          <p14:tracePt t="15534" x="7786688" y="4808538"/>
          <p14:tracePt t="15535" x="7796213" y="4808538"/>
          <p14:tracePt t="15554" x="7826375" y="4746625"/>
          <p14:tracePt t="15555" x="7840663" y="4732338"/>
          <p14:tracePt t="15569" x="7848600" y="4679950"/>
          <p14:tracePt t="15570" x="7848600" y="4670425"/>
          <p14:tracePt t="15587" x="7862888" y="4572000"/>
          <p14:tracePt t="15588" x="7870825" y="4562475"/>
          <p14:tracePt t="15605" x="7862888" y="4465638"/>
          <p14:tracePt t="15619" x="7840663" y="4389438"/>
          <p14:tracePt t="15636" x="7818438" y="4313238"/>
          <p14:tracePt t="15637" x="7818438" y="4303713"/>
          <p14:tracePt t="15655" x="7786688" y="4227513"/>
          <p14:tracePt t="15656" x="7773988" y="4227513"/>
          <p14:tracePt t="15670" x="7742238" y="4183063"/>
          <p14:tracePt t="15686" x="7697788" y="4138613"/>
          <p14:tracePt t="15701" x="7697788" y="4130675"/>
          <p14:tracePt t="15702" x="7634288" y="4084638"/>
          <p14:tracePt t="15703" x="7621588" y="4084638"/>
          <p14:tracePt t="15719" x="7527925" y="4032250"/>
          <p14:tracePt t="15734" x="7439025" y="3990975"/>
          <p14:tracePt t="15734" x="7429500" y="3990975"/>
          <p14:tracePt t="15735" x="7419975" y="3990975"/>
          <p14:tracePt t="15750" x="7299325" y="3938588"/>
          <p14:tracePt t="15768" x="7161213" y="3879850"/>
          <p14:tracePt t="15769" x="7148513" y="3870325"/>
          <p14:tracePt t="15770" x="7138988" y="3870325"/>
          <p14:tracePt t="15784" x="7032625" y="3840163"/>
          <p14:tracePt t="15802" x="6919913" y="3808413"/>
          <p14:tracePt t="15802" x="6911975" y="3808413"/>
          <p14:tracePt t="15817" x="6848475" y="3795713"/>
          <p14:tracePt t="15817" x="6835775" y="3795713"/>
          <p14:tracePt t="15835" x="6781800" y="3786188"/>
          <p14:tracePt t="15849" x="6751638" y="3795713"/>
          <p14:tracePt t="15850" x="6737350" y="3795713"/>
          <p14:tracePt t="15865" x="6705600" y="3808413"/>
          <p14:tracePt t="15882" x="6653213" y="3825875"/>
          <p14:tracePt t="15883" x="6643688" y="3840163"/>
          <p14:tracePt t="15896" x="6599238" y="3870325"/>
          <p14:tracePt t="15897" x="6599238" y="3879850"/>
          <p14:tracePt t="15915" x="6523038" y="3946525"/>
          <p14:tracePt t="15930" x="6461125" y="4044950"/>
          <p14:tracePt t="15948" x="6407150" y="4138613"/>
          <p14:tracePt t="15949" x="6407150" y="4160838"/>
          <p14:tracePt t="15964" x="6384925" y="4237038"/>
          <p14:tracePt t="15981" x="6362700" y="4357688"/>
          <p14:tracePt t="15982" x="6362700" y="4367213"/>
          <p14:tracePt t="15997" x="6348413" y="4451350"/>
          <p14:tracePt t="16018" x="6370638" y="4572000"/>
          <p14:tracePt t="16034" x="6394450" y="4670425"/>
          <p14:tracePt t="16048" x="6424613" y="4732338"/>
          <p14:tracePt t="16049" x="6424613" y="4746625"/>
          <p14:tracePt t="16070" x="6461125" y="4799013"/>
          <p14:tracePt t="16071" x="6478588" y="4830763"/>
          <p14:tracePt t="16085" x="6523038" y="4884738"/>
          <p14:tracePt t="16085" x="6537325" y="4894263"/>
          <p14:tracePt t="16101" x="6577013" y="4938713"/>
          <p14:tracePt t="16102" x="6589713" y="4951413"/>
          <p14:tracePt t="16121" x="6665913" y="4991100"/>
          <p14:tracePt t="16122" x="6675438" y="5005388"/>
          <p14:tracePt t="16136" x="6737350" y="5022850"/>
          <p14:tracePt t="16151" x="6848475" y="5059363"/>
          <p14:tracePt t="16167" x="6858000" y="5059363"/>
          <p14:tracePt t="16168" x="6965950" y="5067300"/>
          <p14:tracePt t="16169" x="6978650" y="5067300"/>
          <p14:tracePt t="16186" x="6988175" y="5067300"/>
          <p14:tracePt t="16186" x="7116763" y="5067300"/>
          <p14:tracePt t="16187" x="7126288" y="5067300"/>
          <p14:tracePt t="16188" x="7138988" y="5059363"/>
          <p14:tracePt t="16202" x="7254875" y="5037138"/>
          <p14:tracePt t="16203" x="7269163" y="5037138"/>
          <p14:tracePt t="16204" x="7277100" y="5037138"/>
          <p14:tracePt t="16204" x="7291388" y="5022850"/>
          <p14:tracePt t="16218" x="7419975" y="4983163"/>
          <p14:tracePt t="16234" x="7550150" y="4906963"/>
          <p14:tracePt t="16249" x="7656513" y="4830763"/>
          <p14:tracePt t="16249" x="7666038" y="4830763"/>
          <p14:tracePt t="16264" x="7720013" y="4764088"/>
          <p14:tracePt t="16265" x="7742238" y="4746625"/>
          <p14:tracePt t="16283" x="7796213" y="4648200"/>
          <p14:tracePt t="16300" x="7826375" y="4549775"/>
          <p14:tracePt t="16315" x="7840663" y="4487863"/>
          <p14:tracePt t="16316" x="7840663" y="4473575"/>
          <p14:tracePt t="16332" x="7840663" y="4411663"/>
          <p14:tracePt t="16350" x="7818438" y="4344988"/>
          <p14:tracePt t="16366" x="7796213" y="4291013"/>
          <p14:tracePt t="16384" x="7751763" y="4227513"/>
          <p14:tracePt t="16385" x="7751763" y="4214813"/>
          <p14:tracePt t="16401" x="7697788" y="4138613"/>
          <p14:tracePt t="16401" x="7688263" y="4138613"/>
          <p14:tracePt t="16402" x="7688263" y="4130675"/>
          <p14:tracePt t="16416" x="7621588" y="4062413"/>
          <p14:tracePt t="16417" x="7604125" y="4044950"/>
          <p14:tracePt t="16433" x="7461250" y="3938588"/>
          <p14:tracePt t="16433" x="7451725" y="3938588"/>
          <p14:tracePt t="16434" x="7451725" y="3924300"/>
          <p14:tracePt t="16451" x="7299325" y="3848100"/>
          <p14:tracePt t="16451" x="7291388" y="3840163"/>
          <p14:tracePt t="16452" x="7277100" y="3825875"/>
          <p14:tracePt t="16468" x="7126288" y="3773488"/>
          <p14:tracePt t="16469" x="7116763" y="3773488"/>
          <p14:tracePt t="16470" x="7116763" y="3763963"/>
          <p14:tracePt t="16470" x="7108825" y="3763963"/>
          <p14:tracePt t="16486" x="6996113" y="3732213"/>
          <p14:tracePt t="16486" x="6988175" y="3732213"/>
          <p14:tracePt t="16504" x="6911975" y="3719513"/>
          <p14:tracePt t="16521" x="6880225" y="3719513"/>
          <p14:tracePt t="16538" x="6858000" y="3719513"/>
          <p14:tracePt t="16555" x="6835775" y="3719513"/>
          <p14:tracePt t="16570" x="6796088" y="3741738"/>
          <p14:tracePt t="16586" x="6727825" y="3773488"/>
          <p14:tracePt t="16587" x="6719888" y="3773488"/>
          <p14:tracePt t="16588" x="6705600" y="3786188"/>
          <p14:tracePt t="16602" x="6621463" y="3817938"/>
          <p14:tracePt t="16619" x="6500813" y="3879850"/>
          <p14:tracePt t="16620" x="6491288" y="3894138"/>
          <p14:tracePt t="16635" x="6407150" y="3946525"/>
          <p14:tracePt t="16636" x="6384925" y="3968750"/>
          <p14:tracePt t="16651" x="6308725" y="4010025"/>
          <p14:tracePt t="16652" x="6308725" y="4022725"/>
          <p14:tracePt t="16667" x="6254750" y="4062413"/>
          <p14:tracePt t="16668" x="6254750" y="4076700"/>
          <p14:tracePt t="16683" x="6224588" y="4121150"/>
          <p14:tracePt t="16683" x="6224588" y="4130675"/>
          <p14:tracePt t="16699" x="6188075" y="4205288"/>
          <p14:tracePt t="16716" x="6156325" y="4335463"/>
          <p14:tracePt t="16717" x="6156325" y="4344988"/>
          <p14:tracePt t="16718" x="6156325" y="4357688"/>
          <p14:tracePt t="16719" x="6156325" y="4367213"/>
          <p14:tracePt t="16720" x="6148388" y="4389438"/>
          <p14:tracePt t="16734" x="6134100" y="4527550"/>
          <p14:tracePt t="16750" x="6134100" y="4679950"/>
          <p14:tracePt t="16751" x="6134100" y="4702175"/>
          <p14:tracePt t="16771" x="6156325" y="4799013"/>
          <p14:tracePt t="16772" x="6188075" y="4862513"/>
          <p14:tracePt t="16785" x="6242050" y="4916488"/>
          <p14:tracePt t="16805" x="6318250" y="4983163"/>
          <p14:tracePt t="16805" x="6318250" y="4991100"/>
          <p14:tracePt t="16806" x="6340475" y="5005388"/>
          <p14:tracePt t="16819" x="6407150" y="5037138"/>
          <p14:tracePt t="16835" x="6491288" y="5067300"/>
          <p14:tracePt t="16836" x="6500813" y="5067300"/>
          <p14:tracePt t="16851" x="6589713" y="5089525"/>
          <p14:tracePt t="16869" x="6705600" y="5089525"/>
          <p14:tracePt t="16869" x="6719888" y="5089525"/>
          <p14:tracePt t="16883" x="6804025" y="5067300"/>
          <p14:tracePt t="16883" x="6813550" y="5059363"/>
          <p14:tracePt t="16901" x="6956425" y="5013325"/>
          <p14:tracePt t="16902" x="6956425" y="5005388"/>
          <p14:tracePt t="16902" x="6965950" y="5005388"/>
          <p14:tracePt t="16916" x="7062788" y="4938713"/>
          <p14:tracePt t="16916" x="7062788" y="4929188"/>
          <p14:tracePt t="16938" x="7138988" y="4852988"/>
          <p14:tracePt t="16939" x="7180263" y="4776788"/>
          <p14:tracePt t="16953" x="7215188" y="4702175"/>
          <p14:tracePt t="16954" x="7215188" y="4692650"/>
          <p14:tracePt t="16971" x="7237413" y="4594225"/>
          <p14:tracePt t="16972" x="7237413" y="4581525"/>
          <p14:tracePt t="16986" x="7237413" y="4518025"/>
          <p14:tracePt t="16987" x="7237413" y="4510088"/>
          <p14:tracePt t="17003" x="7215188" y="4451350"/>
          <p14:tracePt t="17004" x="7215188" y="4441825"/>
          <p14:tracePt t="17005" x="7202488" y="4441825"/>
          <p14:tracePt t="17006" x="7202488" y="4433888"/>
          <p14:tracePt t="17020" x="7180263" y="4397375"/>
          <p14:tracePt t="17020" x="7180263" y="4389438"/>
          <p14:tracePt t="17035" x="7148513" y="4344988"/>
          <p14:tracePt t="17050" x="7126288" y="4313238"/>
          <p14:tracePt t="17068" x="7094538" y="4281488"/>
          <p14:tracePt t="17085" x="7072313" y="4259263"/>
          <p14:tracePt t="17102" x="7050088" y="4227513"/>
          <p14:tracePt t="17116" x="7032625" y="4205288"/>
          <p14:tracePt t="17118" x="7018338" y="4205288"/>
          <p14:tracePt t="17132" x="7010400" y="4175125"/>
          <p14:tracePt t="17132" x="6996113" y="4160838"/>
          <p14:tracePt t="17148" x="6965950" y="4138613"/>
          <p14:tracePt t="17166" x="6956425" y="4121150"/>
          <p14:tracePt t="17181" x="6942138" y="4108450"/>
          <p14:tracePt t="17182" x="6934200" y="4108450"/>
          <p14:tracePt t="17205" x="6934200" y="4098925"/>
          <p14:tracePt t="17277" x="6934200" y="4084638"/>
          <p14:tracePt t="17290" x="6934200" y="4076700"/>
          <p14:tracePt t="17291" x="6919913" y="4076700"/>
          <p14:tracePt t="17311" x="6919913" y="4054475"/>
          <p14:tracePt t="17324" x="6911975" y="4054475"/>
          <p14:tracePt t="17377" x="6911975" y="4044950"/>
          <p14:tracePt t="18130" x="6919913" y="4010025"/>
          <p14:tracePt t="18149" x="6942138" y="3968750"/>
          <p14:tracePt t="18149" x="6942138" y="3938588"/>
          <p14:tracePt t="18150" x="6942138" y="3924300"/>
          <p14:tracePt t="18164" x="6956425" y="3848100"/>
          <p14:tracePt t="18165" x="6956425" y="3840163"/>
          <p14:tracePt t="18181" x="6942138" y="3732213"/>
          <p14:tracePt t="18182" x="6942138" y="3719513"/>
          <p14:tracePt t="18197" x="6919913" y="3656013"/>
          <p14:tracePt t="18198" x="6911975" y="3643313"/>
          <p14:tracePt t="18215" x="6880225" y="3527425"/>
          <p14:tracePt t="18215" x="6880225" y="3513138"/>
          <p14:tracePt t="18231" x="6796088" y="3308350"/>
          <p14:tracePt t="18231" x="6781800" y="3298825"/>
          <p14:tracePt t="18232" x="6773863" y="3276600"/>
          <p14:tracePt t="18246" x="6621463" y="2933700"/>
          <p14:tracePt t="18247" x="6589713" y="2847975"/>
          <p14:tracePt t="18260" x="6416675" y="2513013"/>
          <p14:tracePt t="18261" x="6384925" y="2460625"/>
          <p14:tracePt t="18262" x="6370638" y="2424113"/>
          <p14:tracePt t="18262" x="6348413" y="2406650"/>
          <p14:tracePt t="18280" x="6027738" y="1798638"/>
          <p14:tracePt t="18280" x="6005513" y="1776413"/>
          <p14:tracePt t="18294" x="5705475" y="1317625"/>
          <p14:tracePt t="18294" x="5653088" y="1241425"/>
          <p14:tracePt t="18313" x="4906963" y="473075"/>
          <p14:tracePt t="18761" x="2155825" y="9525"/>
          <p14:tracePt t="18761" x="2165350" y="31750"/>
          <p14:tracePt t="18762" x="2179638" y="44450"/>
          <p14:tracePt t="18775" x="2347913" y="357188"/>
          <p14:tracePt t="18776" x="2362200" y="379413"/>
          <p14:tracePt t="18793" x="2384425" y="411163"/>
          <p14:tracePt t="18794" x="2630488" y="830263"/>
          <p14:tracePt t="18794" x="2652713" y="852488"/>
          <p14:tracePt t="18810" x="2978150" y="1303338"/>
          <p14:tracePt t="18810" x="2995613" y="1325563"/>
          <p14:tracePt t="18825" x="3236913" y="1584325"/>
          <p14:tracePt t="18825" x="3308350" y="1652588"/>
          <p14:tracePt t="18846" x="3773488" y="2005013"/>
          <p14:tracePt t="18846" x="3808413" y="2017713"/>
          <p14:tracePt t="18847" x="3825875" y="2027238"/>
          <p14:tracePt t="18862" x="4152900" y="2155825"/>
          <p14:tracePt t="18863" x="4183063" y="2165350"/>
          <p14:tracePt t="18882" x="4562475" y="2209800"/>
          <p14:tracePt t="18882" x="4581525" y="2224088"/>
          <p14:tracePt t="18897" x="4840288" y="2209800"/>
          <p14:tracePt t="18897" x="4862513" y="2209800"/>
          <p14:tracePt t="18910" x="5013325" y="2187575"/>
          <p14:tracePt t="18917" x="5022850" y="2187575"/>
          <p14:tracePt t="18918" x="5089525" y="2165350"/>
          <p14:tracePt t="18918" x="5099050" y="2155825"/>
          <p14:tracePt t="18919" x="5111750" y="2155825"/>
          <p14:tracePt t="18932" x="5175250" y="2103438"/>
          <p14:tracePt t="18933" x="5187950" y="2103438"/>
          <p14:tracePt t="18933" x="5187950" y="2093913"/>
          <p14:tracePt t="18949" x="5197475" y="2027238"/>
          <p14:tracePt t="18967" x="5175250" y="1928813"/>
          <p14:tracePt t="18969" x="5165725" y="1919288"/>
          <p14:tracePt t="18982" x="5133975" y="1852613"/>
          <p14:tracePt t="18999" x="5121275" y="1844675"/>
          <p14:tracePt t="18999" x="5059363" y="1798638"/>
          <p14:tracePt t="19015" x="4991100" y="1776413"/>
          <p14:tracePt t="19031" x="4960938" y="1776413"/>
          <p14:tracePt t="19048" x="4938713" y="1776413"/>
          <p14:tracePt t="19063" x="4929188" y="1776413"/>
          <p14:tracePt t="19263" x="4916488" y="1790700"/>
          <p14:tracePt t="19263" x="4906963" y="1790700"/>
          <p14:tracePt t="19281" x="4862513" y="1812925"/>
          <p14:tracePt t="19282" x="4830763" y="1835150"/>
          <p14:tracePt t="19282" x="4822825" y="1835150"/>
          <p14:tracePt t="19296" x="4746625" y="1889125"/>
          <p14:tracePt t="19296" x="4732338" y="1897063"/>
          <p14:tracePt t="19313" x="4594225" y="2005013"/>
          <p14:tracePt t="19313" x="4581525" y="2005013"/>
          <p14:tracePt t="19329" x="4397375" y="2155825"/>
          <p14:tracePt t="19330" x="4389438" y="2165350"/>
          <p14:tracePt t="19330" x="4379913" y="2179638"/>
          <p14:tracePt t="19347" x="4357688" y="2179638"/>
          <p14:tracePt t="19352" x="4183063" y="2339975"/>
          <p14:tracePt t="19353" x="4138613" y="2384425"/>
          <p14:tracePt t="19353" x="4130675" y="2393950"/>
          <p14:tracePt t="19371" x="4044950" y="2490788"/>
          <p14:tracePt t="19372" x="4044950" y="2500313"/>
          <p14:tracePt t="19386" x="4022725" y="2554288"/>
          <p14:tracePt t="19402" x="4000500" y="2608263"/>
          <p14:tracePt t="19421" x="4000500" y="2674938"/>
          <p14:tracePt t="19437" x="4000500" y="2736850"/>
          <p14:tracePt t="19453" x="4000500" y="2773363"/>
          <p14:tracePt t="19468" x="4000500" y="2781300"/>
          <p14:tracePt t="19483" x="4000500" y="2795588"/>
          <p14:tracePt t="19710" x="4000500" y="2781300"/>
          <p14:tracePt t="20195" x="4000500" y="2795588"/>
          <p14:tracePt t="20223" x="4000500" y="2803525"/>
          <p14:tracePt t="20794" x="4010025" y="2825750"/>
          <p14:tracePt t="20807" x="4044950" y="2889250"/>
          <p14:tracePt t="20808" x="4044950" y="2901950"/>
          <p14:tracePt t="20823" x="4108450" y="3009900"/>
          <p14:tracePt t="20841" x="4214813" y="3170238"/>
          <p14:tracePt t="20842" x="4214813" y="3179763"/>
          <p14:tracePt t="20855" x="4303713" y="3298825"/>
          <p14:tracePt t="20856" x="4313238" y="3298825"/>
          <p14:tracePt t="20856" x="4322763" y="3308350"/>
          <p14:tracePt t="20874" x="4451350" y="3460750"/>
          <p14:tracePt t="20875" x="4451350" y="3473450"/>
          <p14:tracePt t="20877" x="4465638" y="3473450"/>
          <p14:tracePt t="20893" x="4473575" y="3482975"/>
          <p14:tracePt t="20893" x="4594225" y="3581400"/>
          <p14:tracePt t="20908" x="4594225" y="3589338"/>
          <p14:tracePt t="20909" x="4670425" y="3633788"/>
          <p14:tracePt t="20918" x="4710113" y="3665538"/>
          <p14:tracePt t="20918" x="4724400" y="3665538"/>
          <p14:tracePt t="20932" x="4764088" y="3687763"/>
          <p14:tracePt t="20932" x="4776788" y="3687763"/>
          <p14:tracePt t="20951" x="4852988" y="3697288"/>
          <p14:tracePt t="20968" x="4906963" y="3697288"/>
          <p14:tracePt t="20969" x="4916488" y="3697288"/>
          <p14:tracePt t="20985" x="4991100" y="3656013"/>
          <p14:tracePt t="20986" x="5005388" y="3656013"/>
          <p14:tracePt t="21003" x="5099050" y="3567113"/>
          <p14:tracePt t="21003" x="5099050" y="3559175"/>
          <p14:tracePt t="21017" x="5175250" y="3460750"/>
          <p14:tracePt t="21017" x="5175250" y="3451225"/>
          <p14:tracePt t="21018" x="5175250" y="3438525"/>
          <p14:tracePt t="21033" x="5241925" y="3276600"/>
          <p14:tracePt t="21048" x="5264150" y="3138488"/>
          <p14:tracePt t="21064" x="5264150" y="3049588"/>
          <p14:tracePt t="21094" x="5241925" y="3017838"/>
          <p14:tracePt t="21094" x="5227638" y="3009900"/>
          <p14:tracePt t="21108" x="5205413" y="2995613"/>
          <p14:tracePt t="21124" x="5153025" y="3009900"/>
          <p14:tracePt t="21130" x="5143500" y="3009900"/>
          <p14:tracePt t="21131" x="5111750" y="3017838"/>
          <p14:tracePt t="21132" x="5099050" y="3017838"/>
          <p14:tracePt t="21132" x="5099050" y="3032125"/>
          <p14:tracePt t="21133" x="5089525" y="3032125"/>
          <p14:tracePt t="21148" x="4983163" y="3116263"/>
          <p14:tracePt t="21148" x="4968875" y="3125788"/>
          <p14:tracePt t="21167" x="4732338" y="3384550"/>
          <p14:tracePt t="21168" x="4710113" y="3406775"/>
          <p14:tracePt t="21168" x="4702175" y="3419475"/>
          <p14:tracePt t="21184" x="4510088" y="3687763"/>
          <p14:tracePt t="21185" x="4510088" y="3709988"/>
          <p14:tracePt t="21185" x="4495800" y="3732213"/>
          <p14:tracePt t="21186" x="4473575" y="3751263"/>
          <p14:tracePt t="21202" x="4335463" y="4022725"/>
          <p14:tracePt t="21203" x="4335463" y="4032250"/>
          <p14:tracePt t="21203" x="4322763" y="4044950"/>
          <p14:tracePt t="21218" x="4281488" y="4237038"/>
          <p14:tracePt t="21219" x="4281488" y="4251325"/>
          <p14:tracePt t="21234" x="4291013" y="4335463"/>
          <p14:tracePt t="21235" x="4291013" y="4344988"/>
          <p14:tracePt t="21236" x="4303713" y="4357688"/>
          <p14:tracePt t="21250" x="4335463" y="4389438"/>
          <p14:tracePt t="21251" x="4344988" y="4397375"/>
          <p14:tracePt t="21266" x="4389438" y="4419600"/>
          <p14:tracePt t="21282" x="4419600" y="4433888"/>
          <p14:tracePt t="21283" x="4419600" y="4441825"/>
          <p14:tracePt t="21298" x="4465638" y="4451350"/>
          <p14:tracePt t="21298" x="4473575" y="4451350"/>
          <p14:tracePt t="21318" x="4540250" y="4451350"/>
          <p14:tracePt t="21318" x="4572000" y="4451350"/>
          <p14:tracePt t="21332" x="4692650" y="4419600"/>
          <p14:tracePt t="21348" x="4852988" y="4335463"/>
          <p14:tracePt t="21349" x="4862513" y="4335463"/>
          <p14:tracePt t="21350" x="4875213" y="4322763"/>
          <p14:tracePt t="21367" x="5045075" y="4192588"/>
          <p14:tracePt t="21367" x="5045075" y="4183063"/>
          <p14:tracePt t="21368" x="5059363" y="4175125"/>
          <p14:tracePt t="21382" x="5153025" y="4062413"/>
          <p14:tracePt t="21382" x="5165725" y="4062413"/>
          <p14:tracePt t="21397" x="5219700" y="3938588"/>
          <p14:tracePt t="21418" x="5219700" y="3808413"/>
          <p14:tracePt t="21419" x="5205413" y="3763963"/>
          <p14:tracePt t="21419" x="5197475" y="3763963"/>
          <p14:tracePt t="21420" x="5197475" y="3751263"/>
          <p14:tracePt t="21434" x="5143500" y="3643313"/>
          <p14:tracePt t="21434" x="5133975" y="3633788"/>
          <p14:tracePt t="21453" x="5037138" y="3527425"/>
          <p14:tracePt t="21453" x="5022850" y="3527425"/>
          <p14:tracePt t="21454" x="5013325" y="3513138"/>
          <p14:tracePt t="21468" x="4929188" y="3473450"/>
          <p14:tracePt t="21487" x="4822825" y="3451225"/>
          <p14:tracePt t="21488" x="4822825" y="3438525"/>
          <p14:tracePt t="21503" x="4746625" y="3438525"/>
          <p14:tracePt t="21503" x="4732338" y="3451225"/>
          <p14:tracePt t="21518" x="4679950" y="3473450"/>
          <p14:tracePt t="21534" x="4633913" y="3536950"/>
          <p14:tracePt t="21549" x="4594225" y="3665538"/>
          <p14:tracePt t="21565" x="4562475" y="3825875"/>
          <p14:tracePt t="21566" x="4562475" y="3840163"/>
          <p14:tracePt t="21566" x="4562475" y="3862388"/>
          <p14:tracePt t="21586" x="4549775" y="4022725"/>
          <p14:tracePt t="21587" x="4562475" y="4098925"/>
          <p14:tracePt t="21604" x="4603750" y="4251325"/>
          <p14:tracePt t="21604" x="4603750" y="4259263"/>
          <p14:tracePt t="21605" x="4616450" y="4259263"/>
          <p14:tracePt t="21619" x="4670425" y="4335463"/>
          <p14:tracePt t="21637" x="4732338" y="4379913"/>
          <p14:tracePt t="21637" x="4746625" y="4379913"/>
          <p14:tracePt t="21651" x="4786313" y="4389438"/>
          <p14:tracePt t="21669" x="4840288" y="4389438"/>
          <p14:tracePt t="21670" x="4852988" y="4389438"/>
          <p14:tracePt t="21684" x="4894263" y="4367213"/>
          <p14:tracePt t="21685" x="4906963" y="4367213"/>
          <p14:tracePt t="21686" x="4906963" y="4357688"/>
          <p14:tracePt t="21686" x="4916488" y="4357688"/>
          <p14:tracePt t="21700" x="4991100" y="4303713"/>
          <p14:tracePt t="21701" x="4991100" y="4291013"/>
          <p14:tracePt t="21716" x="5099050" y="4192588"/>
          <p14:tracePt t="21731" x="5187950" y="4044950"/>
          <p14:tracePt t="21731" x="5187950" y="4032250"/>
          <p14:tracePt t="21732" x="5197475" y="4022725"/>
          <p14:tracePt t="21751" x="5264150" y="3848100"/>
          <p14:tracePt t="21752" x="5281613" y="3795713"/>
          <p14:tracePt t="21753" x="5281613" y="3773488"/>
          <p14:tracePt t="21767" x="5295900" y="3643313"/>
          <p14:tracePt t="21768" x="5295900" y="3633788"/>
          <p14:tracePt t="21786" x="5281613" y="3549650"/>
          <p14:tracePt t="21800" x="5264150" y="3527425"/>
          <p14:tracePt t="21816" x="5241925" y="3513138"/>
          <p14:tracePt t="21819" x="5227638" y="3513138"/>
          <p14:tracePt t="21833" x="5197475" y="3505200"/>
          <p14:tracePt t="21848" x="5133975" y="3505200"/>
          <p14:tracePt t="21850" x="5121275" y="3505200"/>
          <p14:tracePt t="21867" x="5005388" y="3559175"/>
          <p14:tracePt t="21867" x="4991100" y="3567113"/>
          <p14:tracePt t="21868" x="4983163" y="3567113"/>
          <p14:tracePt t="21882" x="4875213" y="3665538"/>
          <p14:tracePt t="21883" x="4862513" y="3679825"/>
          <p14:tracePt t="21883" x="4852988" y="3687763"/>
          <p14:tracePt t="21899" x="4724400" y="3848100"/>
          <p14:tracePt t="21900" x="4710113" y="3870325"/>
          <p14:tracePt t="21915" x="4648200" y="4032250"/>
          <p14:tracePt t="21936" x="4633913" y="4152900"/>
          <p14:tracePt t="21937" x="4648200" y="4192588"/>
          <p14:tracePt t="21937" x="4656138" y="4192588"/>
          <p14:tracePt t="21951" x="4692650" y="4237038"/>
          <p14:tracePt t="21967" x="4746625" y="4268788"/>
          <p14:tracePt t="21967" x="4754563" y="4268788"/>
          <p14:tracePt t="21982" x="4799013" y="4281488"/>
          <p14:tracePt t="22003" x="4852988" y="4291013"/>
          <p14:tracePt t="22004" x="4894263" y="4291013"/>
          <p14:tracePt t="22022" x="4960938" y="4268788"/>
          <p14:tracePt t="22023" x="5005388" y="4259263"/>
          <p14:tracePt t="22023" x="5013325" y="4259263"/>
          <p14:tracePt t="22024" x="5022850" y="4259263"/>
          <p14:tracePt t="22038" x="5133975" y="4205288"/>
          <p14:tracePt t="22038" x="5143500" y="4192588"/>
          <p14:tracePt t="22039" x="5153025" y="4192588"/>
          <p14:tracePt t="22054" x="5295900" y="4084638"/>
          <p14:tracePt t="22055" x="5303838" y="4084638"/>
          <p14:tracePt t="22055" x="5318125" y="4076700"/>
          <p14:tracePt t="22072" x="5446713" y="3946525"/>
          <p14:tracePt t="22073" x="5456238" y="3938588"/>
          <p14:tracePt t="22088" x="5522913" y="3825875"/>
          <p14:tracePt t="22089" x="5532438" y="3808413"/>
          <p14:tracePt t="22107" x="5576888" y="3697288"/>
          <p14:tracePt t="22107" x="5576888" y="3687763"/>
          <p14:tracePt t="22122" x="5576888" y="3643313"/>
          <p14:tracePt t="22142" x="5576888" y="3633788"/>
          <p14:tracePt t="23784" x="5584825" y="3633788"/>
          <p14:tracePt t="23797" x="5584825" y="3611563"/>
          <p14:tracePt t="23797" x="5594350" y="3611563"/>
          <p14:tracePt t="23812" x="5608638" y="3603625"/>
          <p14:tracePt t="23828" x="5630863" y="3589338"/>
          <p14:tracePt t="23828" x="5630863" y="3581400"/>
          <p14:tracePt t="23845" x="5661025" y="3567113"/>
          <p14:tracePt t="23864" x="5692775" y="3549650"/>
          <p14:tracePt t="23882" x="5715000" y="3527425"/>
          <p14:tracePt t="23899" x="5746750" y="3490913"/>
          <p14:tracePt t="23917" x="5768975" y="3460750"/>
          <p14:tracePt t="23931" x="5776913" y="3429000"/>
          <p14:tracePt t="23947" x="5776913" y="3406775"/>
          <p14:tracePt t="23948" x="5776913" y="3397250"/>
          <p14:tracePt t="23948" x="5791200" y="3397250"/>
          <p14:tracePt t="23963" x="5791200" y="3375025"/>
          <p14:tracePt t="23981" x="5791200" y="3367088"/>
          <p14:tracePt t="23982" x="5776913" y="3330575"/>
          <p14:tracePt t="23996" x="5768975" y="3308350"/>
          <p14:tracePt t="24016" x="5759450" y="3290888"/>
          <p14:tracePt t="24084" x="5746750" y="3298825"/>
          <p14:tracePt t="24100" x="5715000" y="3330575"/>
          <p14:tracePt t="24114" x="5683250" y="3384550"/>
          <p14:tracePt t="24133" x="5630863" y="3490913"/>
          <p14:tracePt t="24134" x="5630863" y="3505200"/>
          <p14:tracePt t="24135" x="5630863" y="3513138"/>
          <p14:tracePt t="24149" x="5608638" y="3589338"/>
          <p14:tracePt t="24165" x="5594350" y="3643313"/>
          <p14:tracePt t="24166" x="5594350" y="3656013"/>
          <p14:tracePt t="24168" x="5594350" y="3665538"/>
          <p14:tracePt t="24182" x="5608638" y="3679825"/>
          <p14:tracePt t="24239" x="5616575" y="3679825"/>
          <p14:tracePt t="24252" x="5638800" y="3679825"/>
          <p14:tracePt t="24270" x="5715000" y="3656013"/>
          <p14:tracePt t="24271" x="5724525" y="3656013"/>
          <p14:tracePt t="24285" x="5799138" y="3611563"/>
          <p14:tracePt t="24301" x="5889625" y="3536950"/>
          <p14:tracePt t="24302" x="5897563" y="3536950"/>
          <p14:tracePt t="24319" x="5951538" y="3438525"/>
          <p14:tracePt t="24336" x="5973763" y="3352800"/>
          <p14:tracePt t="24337" x="5973763" y="3344863"/>
          <p14:tracePt t="24353" x="5965825" y="3268663"/>
          <p14:tracePt t="24372" x="5942013" y="3236913"/>
          <p14:tracePt t="24385" x="5919788" y="3224213"/>
          <p14:tracePt t="24402" x="5907088" y="3224213"/>
          <p14:tracePt t="24418" x="5889625" y="3236913"/>
          <p14:tracePt t="24418" x="5875338" y="3236913"/>
          <p14:tracePt t="24433" x="5845175" y="3246438"/>
          <p14:tracePt t="24434" x="5835650" y="3246438"/>
          <p14:tracePt t="24434" x="5822950" y="3254375"/>
          <p14:tracePt t="24449" x="5768975" y="3298825"/>
          <p14:tracePt t="24469" x="5683250" y="3397250"/>
          <p14:tracePt t="24469" x="5670550" y="3406775"/>
          <p14:tracePt t="24470" x="5661025" y="3406775"/>
          <p14:tracePt t="24484" x="5608638" y="3513138"/>
          <p14:tracePt t="24484" x="5608638" y="3527425"/>
          <p14:tracePt t="24503" x="5554663" y="3665538"/>
          <p14:tracePt t="24503" x="5554663" y="3679825"/>
          <p14:tracePt t="24517" x="5554663" y="3763963"/>
          <p14:tracePt t="24519" x="5554663" y="3773488"/>
          <p14:tracePt t="24536" x="5584825" y="3848100"/>
          <p14:tracePt t="24537" x="5584825" y="3862388"/>
          <p14:tracePt t="24550" x="5616575" y="3894138"/>
          <p14:tracePt t="24566" x="5661025" y="3916363"/>
          <p14:tracePt t="24584" x="5715000" y="3924300"/>
          <p14:tracePt t="24602" x="5776913" y="3938588"/>
          <p14:tracePt t="24619" x="5853113" y="3924300"/>
          <p14:tracePt t="24620" x="5867400" y="3916363"/>
          <p14:tracePt t="24637" x="5973763" y="3879850"/>
          <p14:tracePt t="24639" x="5983288" y="3879850"/>
          <p14:tracePt t="24653" x="6037263" y="3840163"/>
          <p14:tracePt t="24655" x="6049963" y="3825875"/>
          <p14:tracePt t="24656" x="6059488" y="3825875"/>
          <p14:tracePt t="24673" x="6126163" y="3741738"/>
          <p14:tracePt t="24692" x="6165850" y="3643313"/>
          <p14:tracePt t="24693" x="6188075" y="3589338"/>
          <p14:tracePt t="24710" x="6202363" y="3460750"/>
          <p14:tracePt t="24731" x="6188075" y="3344863"/>
          <p14:tracePt t="24732" x="6180138" y="3290888"/>
          <p14:tracePt t="24750" x="6103938" y="3170238"/>
          <p14:tracePt t="24751" x="6094413" y="3160713"/>
          <p14:tracePt t="24765" x="6081713" y="3160713"/>
          <p14:tracePt t="24765" x="5973763" y="3071813"/>
          <p14:tracePt t="24782" x="5835650" y="3017838"/>
          <p14:tracePt t="24783" x="5822950" y="3009900"/>
          <p14:tracePt t="24783" x="5813425" y="3009900"/>
          <p14:tracePt t="24798" x="5661025" y="2978150"/>
          <p14:tracePt t="24799" x="5638800" y="2978150"/>
          <p14:tracePt t="24814" x="5532438" y="2978150"/>
          <p14:tracePt t="24815" x="5522913" y="2978150"/>
          <p14:tracePt t="24816" x="5510213" y="2978150"/>
          <p14:tracePt t="24830" x="5411788" y="2987675"/>
          <p14:tracePt t="24831" x="5402263" y="2987675"/>
          <p14:tracePt t="24832" x="5394325" y="2987675"/>
          <p14:tracePt t="24846" x="5326063" y="3009900"/>
          <p14:tracePt t="24869" x="5281613" y="3032125"/>
          <p14:tracePt t="24870" x="5273675" y="3049588"/>
          <p14:tracePt t="24871" x="5264150" y="3062288"/>
          <p14:tracePt t="24885" x="5251450" y="3084513"/>
          <p14:tracePt t="24886" x="5241925" y="3108325"/>
          <p14:tracePt t="24906" x="5227638" y="3192463"/>
          <p14:tracePt t="24907" x="5227638" y="3201988"/>
          <p14:tracePt t="24921" x="5219700" y="3276600"/>
          <p14:tracePt t="24941" x="5219700" y="3367088"/>
          <p14:tracePt t="24944" x="5219700" y="3375025"/>
          <p14:tracePt t="24966" x="5227638" y="3406775"/>
          <p14:tracePt t="24966" x="5227638" y="3419475"/>
          <p14:tracePt t="24980" x="5241925" y="3438525"/>
          <p14:tracePt t="25637" x="5251450" y="3438525"/>
          <p14:tracePt t="26068" x="5273675" y="3460750"/>
          <p14:tracePt t="26081" x="5303838" y="3482975"/>
          <p14:tracePt t="26100" x="5380038" y="3549650"/>
          <p14:tracePt t="26102" x="5380038" y="3559175"/>
          <p14:tracePt t="26115" x="5434013" y="3603625"/>
          <p14:tracePt t="26116" x="5446713" y="3611563"/>
          <p14:tracePt t="26132" x="5487988" y="3656013"/>
          <p14:tracePt t="26133" x="5500688" y="3665538"/>
          <p14:tracePt t="26152" x="5540375" y="3709988"/>
          <p14:tracePt t="26154" x="5554663" y="3719513"/>
          <p14:tracePt t="26184" x="5562600" y="3732213"/>
          <p14:tracePt t="26185" x="5576888" y="3741738"/>
          <p14:tracePt t="27309" x="5576888" y="3732213"/>
          <p14:tracePt t="27322" x="5594350" y="3687763"/>
          <p14:tracePt t="27327" x="5594350" y="3679825"/>
          <p14:tracePt t="27327" x="5608638" y="3656013"/>
          <p14:tracePt t="27341" x="5661025" y="3603625"/>
          <p14:tracePt t="27343" x="5661025" y="3589338"/>
          <p14:tracePt t="27360" x="5670550" y="3589338"/>
          <p14:tracePt t="27360" x="5768975" y="3527425"/>
          <p14:tracePt t="27374" x="5845175" y="3482975"/>
          <p14:tracePt t="27375" x="5853113" y="3482975"/>
          <p14:tracePt t="27392" x="5919788" y="3460750"/>
          <p14:tracePt t="27416" x="5965825" y="3451225"/>
          <p14:tracePt t="27417" x="5965825" y="3438525"/>
          <p14:tracePt t="27495" x="5973763" y="3438525"/>
          <p14:tracePt t="28093" x="5965825" y="3438525"/>
          <p14:tracePt t="28106" x="5919788" y="3397250"/>
          <p14:tracePt t="28121" x="5799138" y="3322638"/>
          <p14:tracePt t="28140" x="5532438" y="3214688"/>
          <p14:tracePt t="28157" x="5295900" y="3138488"/>
          <p14:tracePt t="28158" x="5281613" y="3138488"/>
          <p14:tracePt t="28159" x="5273675" y="3138488"/>
          <p14:tracePt t="28162" x="5251450" y="3125788"/>
          <p14:tracePt t="28162" x="5219700" y="3116263"/>
          <p14:tracePt t="28163" x="5197475" y="3116263"/>
          <p14:tracePt t="28177" x="5067300" y="3071813"/>
          <p14:tracePt t="28191" x="4983163" y="3049588"/>
          <p14:tracePt t="28192" x="4968875" y="3049588"/>
          <p14:tracePt t="28202" x="4960938" y="3040063"/>
          <p14:tracePt t="28210" x="4938713" y="3032125"/>
          <p14:tracePt t="28717" x="4938713" y="3049588"/>
          <p14:tracePt t="28730" x="4951413" y="3108325"/>
          <p14:tracePt t="28745" x="4960938" y="3254375"/>
          <p14:tracePt t="28746" x="4960938" y="3276600"/>
          <p14:tracePt t="28746" x="4960938" y="3290888"/>
          <p14:tracePt t="28767" x="4983163" y="3513138"/>
          <p14:tracePt t="28767" x="4991100" y="3633788"/>
          <p14:tracePt t="28781" x="4991100" y="3656013"/>
          <p14:tracePt t="28781" x="5013325" y="3840163"/>
          <p14:tracePt t="28797" x="5037138" y="3968750"/>
          <p14:tracePt t="28798" x="5037138" y="3978275"/>
          <p14:tracePt t="28811" x="5059363" y="4044950"/>
          <p14:tracePt t="28834" x="5059363" y="4054475"/>
        </p14:tracePtLst>
      </p14:laserTraceLst>
    </p:ext>
  </p:extLs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9B0CEA-C29A-203A-3852-1CF71ADC3211}"/>
              </a:ext>
            </a:extLst>
          </p:cNvPr>
          <p:cNvSpPr txBox="1">
            <a:spLocks/>
          </p:cNvSpPr>
          <p:nvPr/>
        </p:nvSpPr>
        <p:spPr>
          <a:xfrm>
            <a:off x="601670" y="432129"/>
            <a:ext cx="8246070" cy="76352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3600" dirty="0">
                <a:solidFill>
                  <a:schemeClr val="accent6">
                    <a:lumMod val="60000"/>
                    <a:lumOff val="40000"/>
                  </a:schemeClr>
                </a:solidFill>
                <a:effectLst>
                  <a:outerShdw blurRad="50800" dist="38100" dir="2700000" algn="tl" rotWithShape="0">
                    <a:prstClr val="black">
                      <a:alpha val="40000"/>
                    </a:prstClr>
                  </a:outerShdw>
                </a:effectLst>
                <a:latin typeface="BM JUA OTF" panose="02020603020101020101" pitchFamily="18" charset="-127"/>
                <a:ea typeface="BM JUA OTF" panose="02020603020101020101" pitchFamily="18" charset="-127"/>
              </a:rPr>
              <a:t>Data &amp; Algorithms</a:t>
            </a:r>
          </a:p>
        </p:txBody>
      </p:sp>
      <p:sp>
        <p:nvSpPr>
          <p:cNvPr id="3" name="Rounded Rectangle 2">
            <a:extLst>
              <a:ext uri="{FF2B5EF4-FFF2-40B4-BE49-F238E27FC236}">
                <a16:creationId xmlns:a16="http://schemas.microsoft.com/office/drawing/2014/main" id="{B52E4689-D4F4-1A5B-4B8A-138F1918314E}"/>
              </a:ext>
            </a:extLst>
          </p:cNvPr>
          <p:cNvSpPr/>
          <p:nvPr/>
        </p:nvSpPr>
        <p:spPr>
          <a:xfrm>
            <a:off x="143555" y="1767076"/>
            <a:ext cx="4015125" cy="763525"/>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latin typeface="Cavolini" panose="03000502040302020204" pitchFamily="66" charset="0"/>
                <a:cs typeface="Cavolini" panose="03000502040302020204" pitchFamily="66" charset="0"/>
              </a:rPr>
              <a:t>Supervised Machine Learning </a:t>
            </a:r>
          </a:p>
          <a:p>
            <a:pPr algn="ctr"/>
            <a:r>
              <a:rPr lang="en-GB" dirty="0">
                <a:latin typeface="Cavolini" panose="03000502040302020204" pitchFamily="66" charset="0"/>
                <a:cs typeface="Cavolini" panose="03000502040302020204" pitchFamily="66" charset="0"/>
              </a:rPr>
              <a:t>Classification Algorithms</a:t>
            </a:r>
          </a:p>
        </p:txBody>
      </p:sp>
      <p:sp>
        <p:nvSpPr>
          <p:cNvPr id="4" name="TextBox 3">
            <a:extLst>
              <a:ext uri="{FF2B5EF4-FFF2-40B4-BE49-F238E27FC236}">
                <a16:creationId xmlns:a16="http://schemas.microsoft.com/office/drawing/2014/main" id="{6DAF915A-555B-DF5A-14B9-1E48AD320986}"/>
              </a:ext>
            </a:extLst>
          </p:cNvPr>
          <p:cNvSpPr txBox="1"/>
          <p:nvPr/>
        </p:nvSpPr>
        <p:spPr>
          <a:xfrm>
            <a:off x="493760" y="2877160"/>
            <a:ext cx="3664920" cy="1477328"/>
          </a:xfrm>
          <a:prstGeom prst="rect">
            <a:avLst/>
          </a:prstGeom>
          <a:noFill/>
        </p:spPr>
        <p:txBody>
          <a:bodyPr wrap="square" rtlCol="0">
            <a:spAutoFit/>
          </a:bodyPr>
          <a:lstStyle/>
          <a:p>
            <a:pPr marL="342900" indent="-342900">
              <a:buFont typeface="+mj-lt"/>
              <a:buAutoNum type="arabicPeriod"/>
            </a:pPr>
            <a:r>
              <a:rPr lang="en-CN" dirty="0">
                <a:solidFill>
                  <a:schemeClr val="accent6">
                    <a:lumMod val="50000"/>
                  </a:schemeClr>
                </a:solidFill>
                <a:latin typeface="BM JUA OTF" panose="02020603020101020101" pitchFamily="18" charset="-127"/>
                <a:ea typeface="BM JUA OTF" panose="02020603020101020101" pitchFamily="18" charset="-127"/>
              </a:rPr>
              <a:t>Logistic Regression</a:t>
            </a:r>
          </a:p>
          <a:p>
            <a:pPr marL="342900" indent="-342900">
              <a:buFont typeface="+mj-lt"/>
              <a:buAutoNum type="arabicPeriod"/>
            </a:pPr>
            <a:endParaRPr lang="en-CN" dirty="0">
              <a:solidFill>
                <a:schemeClr val="accent6">
                  <a:lumMod val="50000"/>
                </a:schemeClr>
              </a:solidFill>
              <a:latin typeface="BM JUA OTF" panose="02020603020101020101" pitchFamily="18" charset="-127"/>
              <a:ea typeface="BM JUA OTF" panose="02020603020101020101" pitchFamily="18" charset="-127"/>
            </a:endParaRPr>
          </a:p>
          <a:p>
            <a:pPr marL="342900" indent="-342900">
              <a:buFont typeface="+mj-lt"/>
              <a:buAutoNum type="arabicPeriod"/>
            </a:pPr>
            <a:r>
              <a:rPr lang="en-CN" dirty="0">
                <a:solidFill>
                  <a:schemeClr val="accent6">
                    <a:lumMod val="50000"/>
                  </a:schemeClr>
                </a:solidFill>
                <a:latin typeface="BM JUA OTF" panose="02020603020101020101" pitchFamily="18" charset="-127"/>
                <a:ea typeface="BM JUA OTF" panose="02020603020101020101" pitchFamily="18" charset="-127"/>
              </a:rPr>
              <a:t>KNN (K nearest neighbors)</a:t>
            </a:r>
          </a:p>
          <a:p>
            <a:pPr marL="342900" indent="-342900">
              <a:buFont typeface="+mj-lt"/>
              <a:buAutoNum type="arabicPeriod"/>
            </a:pPr>
            <a:endParaRPr lang="en-CN" dirty="0">
              <a:solidFill>
                <a:schemeClr val="accent6">
                  <a:lumMod val="50000"/>
                </a:schemeClr>
              </a:solidFill>
              <a:latin typeface="BM JUA OTF" panose="02020603020101020101" pitchFamily="18" charset="-127"/>
              <a:ea typeface="BM JUA OTF" panose="02020603020101020101" pitchFamily="18" charset="-127"/>
            </a:endParaRPr>
          </a:p>
          <a:p>
            <a:pPr marL="342900" indent="-342900">
              <a:buFont typeface="+mj-lt"/>
              <a:buAutoNum type="arabicPeriod"/>
            </a:pPr>
            <a:r>
              <a:rPr lang="en-CN" dirty="0">
                <a:solidFill>
                  <a:schemeClr val="accent6">
                    <a:lumMod val="50000"/>
                  </a:schemeClr>
                </a:solidFill>
                <a:latin typeface="BM JUA OTF" panose="02020603020101020101" pitchFamily="18" charset="-127"/>
                <a:ea typeface="BM JUA OTF" panose="02020603020101020101" pitchFamily="18" charset="-127"/>
              </a:rPr>
              <a:t>Decis</a:t>
            </a:r>
            <a:r>
              <a:rPr lang="en-GB" dirty="0" err="1">
                <a:solidFill>
                  <a:schemeClr val="accent6">
                    <a:lumMod val="50000"/>
                  </a:schemeClr>
                </a:solidFill>
                <a:latin typeface="BM JUA OTF" panose="02020603020101020101" pitchFamily="18" charset="-127"/>
                <a:ea typeface="BM JUA OTF" panose="02020603020101020101" pitchFamily="18" charset="-127"/>
              </a:rPr>
              <a:t>i</a:t>
            </a:r>
            <a:r>
              <a:rPr lang="en-CN" dirty="0">
                <a:solidFill>
                  <a:schemeClr val="accent6">
                    <a:lumMod val="50000"/>
                  </a:schemeClr>
                </a:solidFill>
                <a:latin typeface="BM JUA OTF" panose="02020603020101020101" pitchFamily="18" charset="-127"/>
                <a:ea typeface="BM JUA OTF" panose="02020603020101020101" pitchFamily="18" charset="-127"/>
              </a:rPr>
              <a:t>on Tree</a:t>
            </a:r>
          </a:p>
        </p:txBody>
      </p:sp>
      <p:sp>
        <p:nvSpPr>
          <p:cNvPr id="5" name="Rounded Rectangle 4">
            <a:extLst>
              <a:ext uri="{FF2B5EF4-FFF2-40B4-BE49-F238E27FC236}">
                <a16:creationId xmlns:a16="http://schemas.microsoft.com/office/drawing/2014/main" id="{5D38B0C6-6726-733E-270D-DE7283A96A98}"/>
              </a:ext>
            </a:extLst>
          </p:cNvPr>
          <p:cNvSpPr/>
          <p:nvPr/>
        </p:nvSpPr>
        <p:spPr>
          <a:xfrm>
            <a:off x="6251755" y="1639297"/>
            <a:ext cx="1221640" cy="509541"/>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Cavolini" panose="03000502040302020204" pitchFamily="66" charset="0"/>
                <a:cs typeface="Cavolini" panose="03000502040302020204" pitchFamily="66" charset="0"/>
              </a:rPr>
              <a:t>Data</a:t>
            </a:r>
          </a:p>
        </p:txBody>
      </p:sp>
      <p:sp>
        <p:nvSpPr>
          <p:cNvPr id="6" name="Rounded Rectangle 5">
            <a:extLst>
              <a:ext uri="{FF2B5EF4-FFF2-40B4-BE49-F238E27FC236}">
                <a16:creationId xmlns:a16="http://schemas.microsoft.com/office/drawing/2014/main" id="{FEF8BDE9-8B9E-B832-6D1C-158868C64686}"/>
              </a:ext>
            </a:extLst>
          </p:cNvPr>
          <p:cNvSpPr/>
          <p:nvPr/>
        </p:nvSpPr>
        <p:spPr>
          <a:xfrm>
            <a:off x="5182820" y="2565192"/>
            <a:ext cx="1342593" cy="509541"/>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Cavolini" panose="03000502040302020204" pitchFamily="66" charset="0"/>
                <a:cs typeface="Cavolini" panose="03000502040302020204" pitchFamily="66" charset="0"/>
              </a:rPr>
              <a:t>Training</a:t>
            </a:r>
          </a:p>
        </p:txBody>
      </p:sp>
      <p:sp>
        <p:nvSpPr>
          <p:cNvPr id="7" name="Rounded Rectangle 6">
            <a:extLst>
              <a:ext uri="{FF2B5EF4-FFF2-40B4-BE49-F238E27FC236}">
                <a16:creationId xmlns:a16="http://schemas.microsoft.com/office/drawing/2014/main" id="{BD112852-19B7-A651-9023-14B0D5907F5A}"/>
              </a:ext>
            </a:extLst>
          </p:cNvPr>
          <p:cNvSpPr/>
          <p:nvPr/>
        </p:nvSpPr>
        <p:spPr>
          <a:xfrm>
            <a:off x="7288194" y="2565192"/>
            <a:ext cx="916230" cy="509541"/>
          </a:xfrm>
          <a:prstGeom prst="roundRect">
            <a:avLst/>
          </a:prstGeom>
          <a:solidFill>
            <a:schemeClr val="accent6">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dirty="0">
                <a:latin typeface="Cavolini" panose="03000502040302020204" pitchFamily="66" charset="0"/>
                <a:cs typeface="Cavolini" panose="03000502040302020204" pitchFamily="66" charset="0"/>
              </a:rPr>
              <a:t>Test</a:t>
            </a:r>
          </a:p>
        </p:txBody>
      </p:sp>
      <p:cxnSp>
        <p:nvCxnSpPr>
          <p:cNvPr id="9" name="Straight Arrow Connector 8">
            <a:extLst>
              <a:ext uri="{FF2B5EF4-FFF2-40B4-BE49-F238E27FC236}">
                <a16:creationId xmlns:a16="http://schemas.microsoft.com/office/drawing/2014/main" id="{90ABA6CD-76D2-68A1-46CE-419645BA6A74}"/>
              </a:ext>
            </a:extLst>
          </p:cNvPr>
          <p:cNvCxnSpPr>
            <a:cxnSpLocks/>
            <a:stCxn id="5" idx="2"/>
          </p:cNvCxnSpPr>
          <p:nvPr/>
        </p:nvCxnSpPr>
        <p:spPr>
          <a:xfrm flipH="1">
            <a:off x="6533254" y="2148838"/>
            <a:ext cx="329321" cy="443644"/>
          </a:xfrm>
          <a:prstGeom prst="straightConnector1">
            <a:avLst/>
          </a:prstGeom>
          <a:ln w="3810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80133D88-567F-1934-9C2C-2B908A91C41A}"/>
              </a:ext>
            </a:extLst>
          </p:cNvPr>
          <p:cNvCxnSpPr>
            <a:cxnSpLocks/>
          </p:cNvCxnSpPr>
          <p:nvPr/>
        </p:nvCxnSpPr>
        <p:spPr>
          <a:xfrm>
            <a:off x="6870416" y="2148838"/>
            <a:ext cx="450274" cy="422912"/>
          </a:xfrm>
          <a:prstGeom prst="straightConnector1">
            <a:avLst/>
          </a:prstGeom>
          <a:ln w="38100">
            <a:solidFill>
              <a:schemeClr val="accent6">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1" name="Freeform 30">
            <a:extLst>
              <a:ext uri="{FF2B5EF4-FFF2-40B4-BE49-F238E27FC236}">
                <a16:creationId xmlns:a16="http://schemas.microsoft.com/office/drawing/2014/main" id="{D11DFC89-27FD-934D-4E0C-25B97908B949}"/>
              </a:ext>
            </a:extLst>
          </p:cNvPr>
          <p:cNvSpPr/>
          <p:nvPr/>
        </p:nvSpPr>
        <p:spPr>
          <a:xfrm>
            <a:off x="6099050" y="3640685"/>
            <a:ext cx="1910748" cy="946924"/>
          </a:xfrm>
          <a:custGeom>
            <a:avLst/>
            <a:gdLst>
              <a:gd name="connsiteX0" fmla="*/ 958514 w 1910748"/>
              <a:gd name="connsiteY0" fmla="*/ 0 h 946924"/>
              <a:gd name="connsiteX1" fmla="*/ 1047674 w 1910748"/>
              <a:gd name="connsiteY1" fmla="*/ 18000 h 946924"/>
              <a:gd name="connsiteX2" fmla="*/ 1053125 w 1910748"/>
              <a:gd name="connsiteY2" fmla="*/ 20959 h 946924"/>
              <a:gd name="connsiteX3" fmla="*/ 1053722 w 1910748"/>
              <a:gd name="connsiteY3" fmla="*/ 20869 h 946924"/>
              <a:gd name="connsiteX4" fmla="*/ 1264780 w 1910748"/>
              <a:gd name="connsiteY4" fmla="*/ 160767 h 946924"/>
              <a:gd name="connsiteX5" fmla="*/ 1274708 w 1910748"/>
              <a:gd name="connsiteY5" fmla="*/ 209943 h 946924"/>
              <a:gd name="connsiteX6" fmla="*/ 1278458 w 1910748"/>
              <a:gd name="connsiteY6" fmla="*/ 210321 h 946924"/>
              <a:gd name="connsiteX7" fmla="*/ 1409048 w 1910748"/>
              <a:gd name="connsiteY7" fmla="*/ 289023 h 946924"/>
              <a:gd name="connsiteX8" fmla="*/ 1418184 w 1910748"/>
              <a:gd name="connsiteY8" fmla="*/ 304949 h 946924"/>
              <a:gd name="connsiteX9" fmla="*/ 1439261 w 1910748"/>
              <a:gd name="connsiteY9" fmla="*/ 298406 h 946924"/>
              <a:gd name="connsiteX10" fmla="*/ 1485424 w 1910748"/>
              <a:gd name="connsiteY10" fmla="*/ 293752 h 946924"/>
              <a:gd name="connsiteX11" fmla="*/ 1696482 w 1910748"/>
              <a:gd name="connsiteY11" fmla="*/ 433651 h 946924"/>
              <a:gd name="connsiteX12" fmla="*/ 1700816 w 1910748"/>
              <a:gd name="connsiteY12" fmla="*/ 455121 h 946924"/>
              <a:gd name="connsiteX13" fmla="*/ 1727853 w 1910748"/>
              <a:gd name="connsiteY13" fmla="*/ 457847 h 946924"/>
              <a:gd name="connsiteX14" fmla="*/ 1910748 w 1910748"/>
              <a:gd name="connsiteY14" fmla="*/ 682251 h 946924"/>
              <a:gd name="connsiteX15" fmla="*/ 1681690 w 1910748"/>
              <a:gd name="connsiteY15" fmla="*/ 911309 h 946924"/>
              <a:gd name="connsiteX16" fmla="*/ 1553622 w 1910748"/>
              <a:gd name="connsiteY16" fmla="*/ 872190 h 946924"/>
              <a:gd name="connsiteX17" fmla="*/ 1540274 w 1910748"/>
              <a:gd name="connsiteY17" fmla="*/ 861176 h 946924"/>
              <a:gd name="connsiteX18" fmla="*/ 1515099 w 1910748"/>
              <a:gd name="connsiteY18" fmla="*/ 874841 h 946924"/>
              <a:gd name="connsiteX19" fmla="*/ 1425939 w 1910748"/>
              <a:gd name="connsiteY19" fmla="*/ 892841 h 946924"/>
              <a:gd name="connsiteX20" fmla="*/ 1336780 w 1910748"/>
              <a:gd name="connsiteY20" fmla="*/ 874841 h 946924"/>
              <a:gd name="connsiteX21" fmla="*/ 1325107 w 1910748"/>
              <a:gd name="connsiteY21" fmla="*/ 868505 h 946924"/>
              <a:gd name="connsiteX22" fmla="*/ 1298257 w 1910748"/>
              <a:gd name="connsiteY22" fmla="*/ 890659 h 946924"/>
              <a:gd name="connsiteX23" fmla="*/ 1170188 w 1910748"/>
              <a:gd name="connsiteY23" fmla="*/ 929778 h 946924"/>
              <a:gd name="connsiteX24" fmla="*/ 1008220 w 1910748"/>
              <a:gd name="connsiteY24" fmla="*/ 862689 h 946924"/>
              <a:gd name="connsiteX25" fmla="*/ 983351 w 1910748"/>
              <a:gd name="connsiteY25" fmla="*/ 825804 h 946924"/>
              <a:gd name="connsiteX26" fmla="*/ 946923 w 1910748"/>
              <a:gd name="connsiteY26" fmla="*/ 879835 h 946924"/>
              <a:gd name="connsiteX27" fmla="*/ 784955 w 1910748"/>
              <a:gd name="connsiteY27" fmla="*/ 946924 h 946924"/>
              <a:gd name="connsiteX28" fmla="*/ 656886 w 1910748"/>
              <a:gd name="connsiteY28" fmla="*/ 907805 h 946924"/>
              <a:gd name="connsiteX29" fmla="*/ 624977 w 1910748"/>
              <a:gd name="connsiteY29" fmla="*/ 881477 h 946924"/>
              <a:gd name="connsiteX30" fmla="*/ 601774 w 1910748"/>
              <a:gd name="connsiteY30" fmla="*/ 900622 h 946924"/>
              <a:gd name="connsiteX31" fmla="*/ 473706 w 1910748"/>
              <a:gd name="connsiteY31" fmla="*/ 939741 h 946924"/>
              <a:gd name="connsiteX32" fmla="*/ 384546 w 1910748"/>
              <a:gd name="connsiteY32" fmla="*/ 921741 h 946924"/>
              <a:gd name="connsiteX33" fmla="*/ 351382 w 1910748"/>
              <a:gd name="connsiteY33" fmla="*/ 903740 h 946924"/>
              <a:gd name="connsiteX34" fmla="*/ 318217 w 1910748"/>
              <a:gd name="connsiteY34" fmla="*/ 921741 h 946924"/>
              <a:gd name="connsiteX35" fmla="*/ 229058 w 1910748"/>
              <a:gd name="connsiteY35" fmla="*/ 939741 h 946924"/>
              <a:gd name="connsiteX36" fmla="*/ 0 w 1910748"/>
              <a:gd name="connsiteY36" fmla="*/ 710683 h 946924"/>
              <a:gd name="connsiteX37" fmla="*/ 182895 w 1910748"/>
              <a:gd name="connsiteY37" fmla="*/ 486279 h 946924"/>
              <a:gd name="connsiteX38" fmla="*/ 202451 w 1910748"/>
              <a:gd name="connsiteY38" fmla="*/ 484307 h 946924"/>
              <a:gd name="connsiteX39" fmla="*/ 215357 w 1910748"/>
              <a:gd name="connsiteY39" fmla="*/ 420381 h 946924"/>
              <a:gd name="connsiteX40" fmla="*/ 426415 w 1910748"/>
              <a:gd name="connsiteY40" fmla="*/ 280482 h 946924"/>
              <a:gd name="connsiteX41" fmla="*/ 515574 w 1910748"/>
              <a:gd name="connsiteY41" fmla="*/ 298483 h 946924"/>
              <a:gd name="connsiteX42" fmla="*/ 540418 w 1910748"/>
              <a:gd name="connsiteY42" fmla="*/ 311967 h 946924"/>
              <a:gd name="connsiteX43" fmla="*/ 567488 w 1910748"/>
              <a:gd name="connsiteY43" fmla="*/ 271817 h 946924"/>
              <a:gd name="connsiteX44" fmla="*/ 601388 w 1910748"/>
              <a:gd name="connsiteY44" fmla="*/ 243847 h 946924"/>
              <a:gd name="connsiteX45" fmla="*/ 604767 w 1910748"/>
              <a:gd name="connsiteY45" fmla="*/ 242013 h 946924"/>
              <a:gd name="connsiteX46" fmla="*/ 613607 w 1910748"/>
              <a:gd name="connsiteY46" fmla="*/ 198227 h 946924"/>
              <a:gd name="connsiteX47" fmla="*/ 756550 w 1910748"/>
              <a:gd name="connsiteY47" fmla="*/ 68627 h 946924"/>
              <a:gd name="connsiteX48" fmla="*/ 803237 w 1910748"/>
              <a:gd name="connsiteY48" fmla="*/ 61568 h 946924"/>
              <a:gd name="connsiteX49" fmla="*/ 830445 w 1910748"/>
              <a:gd name="connsiteY49" fmla="*/ 39119 h 946924"/>
              <a:gd name="connsiteX50" fmla="*/ 958514 w 1910748"/>
              <a:gd name="connsiteY50" fmla="*/ 0 h 9469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910748" h="946924">
                <a:moveTo>
                  <a:pt x="958514" y="0"/>
                </a:moveTo>
                <a:cubicBezTo>
                  <a:pt x="990140" y="0"/>
                  <a:pt x="1020270" y="6409"/>
                  <a:pt x="1047674" y="18000"/>
                </a:cubicBezTo>
                <a:lnTo>
                  <a:pt x="1053125" y="20959"/>
                </a:lnTo>
                <a:lnTo>
                  <a:pt x="1053722" y="20869"/>
                </a:lnTo>
                <a:cubicBezTo>
                  <a:pt x="1148601" y="20869"/>
                  <a:pt x="1230007" y="78555"/>
                  <a:pt x="1264780" y="160767"/>
                </a:cubicBezTo>
                <a:lnTo>
                  <a:pt x="1274708" y="209943"/>
                </a:lnTo>
                <a:lnTo>
                  <a:pt x="1278458" y="210321"/>
                </a:lnTo>
                <a:cubicBezTo>
                  <a:pt x="1330647" y="221000"/>
                  <a:pt x="1376371" y="249428"/>
                  <a:pt x="1409048" y="289023"/>
                </a:cubicBezTo>
                <a:lnTo>
                  <a:pt x="1418184" y="304949"/>
                </a:lnTo>
                <a:lnTo>
                  <a:pt x="1439261" y="298406"/>
                </a:lnTo>
                <a:cubicBezTo>
                  <a:pt x="1454172" y="295355"/>
                  <a:pt x="1469611" y="293752"/>
                  <a:pt x="1485424" y="293752"/>
                </a:cubicBezTo>
                <a:cubicBezTo>
                  <a:pt x="1580303" y="293752"/>
                  <a:pt x="1661709" y="351438"/>
                  <a:pt x="1696482" y="433651"/>
                </a:cubicBezTo>
                <a:lnTo>
                  <a:pt x="1700816" y="455121"/>
                </a:lnTo>
                <a:lnTo>
                  <a:pt x="1727853" y="457847"/>
                </a:lnTo>
                <a:cubicBezTo>
                  <a:pt x="1832231" y="479206"/>
                  <a:pt x="1910748" y="571559"/>
                  <a:pt x="1910748" y="682251"/>
                </a:cubicBezTo>
                <a:cubicBezTo>
                  <a:pt x="1910748" y="808756"/>
                  <a:pt x="1808195" y="911309"/>
                  <a:pt x="1681690" y="911309"/>
                </a:cubicBezTo>
                <a:cubicBezTo>
                  <a:pt x="1634251" y="911309"/>
                  <a:pt x="1590180" y="896888"/>
                  <a:pt x="1553622" y="872190"/>
                </a:cubicBezTo>
                <a:lnTo>
                  <a:pt x="1540274" y="861176"/>
                </a:lnTo>
                <a:lnTo>
                  <a:pt x="1515099" y="874841"/>
                </a:lnTo>
                <a:cubicBezTo>
                  <a:pt x="1487695" y="886432"/>
                  <a:pt x="1457565" y="892841"/>
                  <a:pt x="1425939" y="892841"/>
                </a:cubicBezTo>
                <a:cubicBezTo>
                  <a:pt x="1394313" y="892841"/>
                  <a:pt x="1364184" y="886432"/>
                  <a:pt x="1336780" y="874841"/>
                </a:cubicBezTo>
                <a:lnTo>
                  <a:pt x="1325107" y="868505"/>
                </a:lnTo>
                <a:lnTo>
                  <a:pt x="1298257" y="890659"/>
                </a:lnTo>
                <a:cubicBezTo>
                  <a:pt x="1261699" y="915357"/>
                  <a:pt x="1217628" y="929778"/>
                  <a:pt x="1170188" y="929778"/>
                </a:cubicBezTo>
                <a:cubicBezTo>
                  <a:pt x="1106936" y="929778"/>
                  <a:pt x="1049671" y="904140"/>
                  <a:pt x="1008220" y="862689"/>
                </a:cubicBezTo>
                <a:lnTo>
                  <a:pt x="983351" y="825804"/>
                </a:lnTo>
                <a:lnTo>
                  <a:pt x="946923" y="879835"/>
                </a:lnTo>
                <a:cubicBezTo>
                  <a:pt x="905472" y="921286"/>
                  <a:pt x="848207" y="946924"/>
                  <a:pt x="784955" y="946924"/>
                </a:cubicBezTo>
                <a:cubicBezTo>
                  <a:pt x="737515" y="946924"/>
                  <a:pt x="693444" y="932503"/>
                  <a:pt x="656886" y="907805"/>
                </a:cubicBezTo>
                <a:lnTo>
                  <a:pt x="624977" y="881477"/>
                </a:lnTo>
                <a:lnTo>
                  <a:pt x="601774" y="900622"/>
                </a:lnTo>
                <a:cubicBezTo>
                  <a:pt x="565216" y="925320"/>
                  <a:pt x="521145" y="939741"/>
                  <a:pt x="473706" y="939741"/>
                </a:cubicBezTo>
                <a:cubicBezTo>
                  <a:pt x="442080" y="939741"/>
                  <a:pt x="411950" y="933332"/>
                  <a:pt x="384546" y="921741"/>
                </a:cubicBezTo>
                <a:lnTo>
                  <a:pt x="351382" y="903740"/>
                </a:lnTo>
                <a:lnTo>
                  <a:pt x="318217" y="921741"/>
                </a:lnTo>
                <a:cubicBezTo>
                  <a:pt x="290813" y="933332"/>
                  <a:pt x="260684" y="939741"/>
                  <a:pt x="229058" y="939741"/>
                </a:cubicBezTo>
                <a:cubicBezTo>
                  <a:pt x="102553" y="939741"/>
                  <a:pt x="0" y="837188"/>
                  <a:pt x="0" y="710683"/>
                </a:cubicBezTo>
                <a:cubicBezTo>
                  <a:pt x="0" y="599991"/>
                  <a:pt x="78517" y="507638"/>
                  <a:pt x="182895" y="486279"/>
                </a:cubicBezTo>
                <a:lnTo>
                  <a:pt x="202451" y="484307"/>
                </a:lnTo>
                <a:lnTo>
                  <a:pt x="215357" y="420381"/>
                </a:lnTo>
                <a:cubicBezTo>
                  <a:pt x="250130" y="338168"/>
                  <a:pt x="331536" y="280482"/>
                  <a:pt x="426415" y="280482"/>
                </a:cubicBezTo>
                <a:cubicBezTo>
                  <a:pt x="458041" y="280482"/>
                  <a:pt x="488170" y="286892"/>
                  <a:pt x="515574" y="298483"/>
                </a:cubicBezTo>
                <a:lnTo>
                  <a:pt x="540418" y="311967"/>
                </a:lnTo>
                <a:lnTo>
                  <a:pt x="567488" y="271817"/>
                </a:lnTo>
                <a:cubicBezTo>
                  <a:pt x="577851" y="261454"/>
                  <a:pt x="589202" y="252079"/>
                  <a:pt x="601388" y="243847"/>
                </a:cubicBezTo>
                <a:lnTo>
                  <a:pt x="604767" y="242013"/>
                </a:lnTo>
                <a:lnTo>
                  <a:pt x="613607" y="198227"/>
                </a:lnTo>
                <a:cubicBezTo>
                  <a:pt x="639687" y="136568"/>
                  <a:pt x="691998" y="88705"/>
                  <a:pt x="756550" y="68627"/>
                </a:cubicBezTo>
                <a:lnTo>
                  <a:pt x="803237" y="61568"/>
                </a:lnTo>
                <a:lnTo>
                  <a:pt x="830445" y="39119"/>
                </a:lnTo>
                <a:cubicBezTo>
                  <a:pt x="867003" y="14421"/>
                  <a:pt x="911074" y="0"/>
                  <a:pt x="958514" y="0"/>
                </a:cubicBezTo>
                <a:close/>
              </a:path>
            </a:pathLst>
          </a:cu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r>
              <a:rPr lang="en-CN" sz="2400" b="1" dirty="0">
                <a:latin typeface="Bradley Hand" pitchFamily="2" charset="77"/>
                <a:cs typeface="Hadassah Friedlaender" panose="020F0502020204030204" pitchFamily="34" charset="0"/>
              </a:rPr>
              <a:t>Classifier</a:t>
            </a:r>
          </a:p>
        </p:txBody>
      </p:sp>
      <p:sp>
        <p:nvSpPr>
          <p:cNvPr id="33" name="Freeform 32">
            <a:extLst>
              <a:ext uri="{FF2B5EF4-FFF2-40B4-BE49-F238E27FC236}">
                <a16:creationId xmlns:a16="http://schemas.microsoft.com/office/drawing/2014/main" id="{127260F7-6698-D920-5463-A4A8235E6FA5}"/>
              </a:ext>
            </a:extLst>
          </p:cNvPr>
          <p:cNvSpPr/>
          <p:nvPr/>
        </p:nvSpPr>
        <p:spPr>
          <a:xfrm>
            <a:off x="5786002" y="3087974"/>
            <a:ext cx="509867" cy="869429"/>
          </a:xfrm>
          <a:custGeom>
            <a:avLst/>
            <a:gdLst>
              <a:gd name="connsiteX0" fmla="*/ 172588 w 509867"/>
              <a:gd name="connsiteY0" fmla="*/ 0 h 869429"/>
              <a:gd name="connsiteX1" fmla="*/ 201 w 509867"/>
              <a:gd name="connsiteY1" fmla="*/ 344774 h 869429"/>
              <a:gd name="connsiteX2" fmla="*/ 202568 w 509867"/>
              <a:gd name="connsiteY2" fmla="*/ 697042 h 869429"/>
              <a:gd name="connsiteX3" fmla="*/ 509867 w 509867"/>
              <a:gd name="connsiteY3" fmla="*/ 869429 h 869429"/>
              <a:gd name="connsiteX4" fmla="*/ 509867 w 509867"/>
              <a:gd name="connsiteY4" fmla="*/ 869429 h 869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09867" h="869429">
                <a:moveTo>
                  <a:pt x="172588" y="0"/>
                </a:moveTo>
                <a:cubicBezTo>
                  <a:pt x="83896" y="114300"/>
                  <a:pt x="-4796" y="228600"/>
                  <a:pt x="201" y="344774"/>
                </a:cubicBezTo>
                <a:cubicBezTo>
                  <a:pt x="5198" y="460948"/>
                  <a:pt x="117624" y="609600"/>
                  <a:pt x="202568" y="697042"/>
                </a:cubicBezTo>
                <a:cubicBezTo>
                  <a:pt x="287512" y="784485"/>
                  <a:pt x="509867" y="869429"/>
                  <a:pt x="509867" y="869429"/>
                </a:cubicBezTo>
                <a:lnTo>
                  <a:pt x="509867" y="869429"/>
                </a:lnTo>
              </a:path>
            </a:pathLst>
          </a:custGeom>
          <a:noFill/>
          <a:ln w="34925">
            <a:solidFill>
              <a:schemeClr val="accent6">
                <a:lumMod val="75000"/>
              </a:schemeClr>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4" name="Freeform 33">
            <a:extLst>
              <a:ext uri="{FF2B5EF4-FFF2-40B4-BE49-F238E27FC236}">
                <a16:creationId xmlns:a16="http://schemas.microsoft.com/office/drawing/2014/main" id="{FE41D530-B15F-3913-C3D6-5ECCF714943D}"/>
              </a:ext>
            </a:extLst>
          </p:cNvPr>
          <p:cNvSpPr/>
          <p:nvPr/>
        </p:nvSpPr>
        <p:spPr>
          <a:xfrm>
            <a:off x="7760268" y="3087974"/>
            <a:ext cx="436330" cy="828708"/>
          </a:xfrm>
          <a:custGeom>
            <a:avLst/>
            <a:gdLst>
              <a:gd name="connsiteX0" fmla="*/ 199509 w 436330"/>
              <a:gd name="connsiteY0" fmla="*/ 0 h 828708"/>
              <a:gd name="connsiteX1" fmla="*/ 386886 w 436330"/>
              <a:gd name="connsiteY1" fmla="*/ 352269 h 828708"/>
              <a:gd name="connsiteX2" fmla="*/ 409371 w 436330"/>
              <a:gd name="connsiteY2" fmla="*/ 622092 h 828708"/>
              <a:gd name="connsiteX3" fmla="*/ 49607 w 436330"/>
              <a:gd name="connsiteY3" fmla="*/ 801974 h 828708"/>
              <a:gd name="connsiteX4" fmla="*/ 12132 w 436330"/>
              <a:gd name="connsiteY4" fmla="*/ 824459 h 82870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36330" h="828708">
                <a:moveTo>
                  <a:pt x="199509" y="0"/>
                </a:moveTo>
                <a:cubicBezTo>
                  <a:pt x="275709" y="124293"/>
                  <a:pt x="351909" y="248587"/>
                  <a:pt x="386886" y="352269"/>
                </a:cubicBezTo>
                <a:cubicBezTo>
                  <a:pt x="421863" y="455951"/>
                  <a:pt x="465584" y="547141"/>
                  <a:pt x="409371" y="622092"/>
                </a:cubicBezTo>
                <a:cubicBezTo>
                  <a:pt x="353158" y="697043"/>
                  <a:pt x="115814" y="768246"/>
                  <a:pt x="49607" y="801974"/>
                </a:cubicBezTo>
                <a:cubicBezTo>
                  <a:pt x="-16600" y="835702"/>
                  <a:pt x="-2234" y="830080"/>
                  <a:pt x="12132" y="824459"/>
                </a:cubicBezTo>
              </a:path>
            </a:pathLst>
          </a:custGeom>
          <a:noFill/>
          <a:ln w="31750">
            <a:solidFill>
              <a:schemeClr val="accent6">
                <a:lumMod val="75000"/>
              </a:schemeClr>
            </a:solidFill>
            <a:tailEnd type="arrow"/>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35" name="TextBox 34">
            <a:extLst>
              <a:ext uri="{FF2B5EF4-FFF2-40B4-BE49-F238E27FC236}">
                <a16:creationId xmlns:a16="http://schemas.microsoft.com/office/drawing/2014/main" id="{EC6BF681-D809-4A90-7AC8-B2C48508D8CD}"/>
              </a:ext>
            </a:extLst>
          </p:cNvPr>
          <p:cNvSpPr txBox="1"/>
          <p:nvPr/>
        </p:nvSpPr>
        <p:spPr>
          <a:xfrm>
            <a:off x="5190661" y="3411321"/>
            <a:ext cx="1342593" cy="369332"/>
          </a:xfrm>
          <a:prstGeom prst="rect">
            <a:avLst/>
          </a:prstGeom>
          <a:noFill/>
          <a:ln>
            <a:noFill/>
          </a:ln>
        </p:spPr>
        <p:txBody>
          <a:bodyPr wrap="square" rtlCol="0">
            <a:spAutoFit/>
          </a:bodyPr>
          <a:lstStyle/>
          <a:p>
            <a:r>
              <a:rPr lang="en-CN" b="1" dirty="0">
                <a:solidFill>
                  <a:schemeClr val="accent6">
                    <a:lumMod val="50000"/>
                  </a:schemeClr>
                </a:solidFill>
                <a:latin typeface="Cavolini" panose="03000502040302020204" pitchFamily="66" charset="0"/>
                <a:cs typeface="Cavolini" panose="03000502040302020204" pitchFamily="66" charset="0"/>
              </a:rPr>
              <a:t>Establish</a:t>
            </a:r>
          </a:p>
        </p:txBody>
      </p:sp>
      <p:sp>
        <p:nvSpPr>
          <p:cNvPr id="36" name="TextBox 35">
            <a:extLst>
              <a:ext uri="{FF2B5EF4-FFF2-40B4-BE49-F238E27FC236}">
                <a16:creationId xmlns:a16="http://schemas.microsoft.com/office/drawing/2014/main" id="{59BA44DA-1C76-AB16-796E-B134BBF40AD2}"/>
              </a:ext>
            </a:extLst>
          </p:cNvPr>
          <p:cNvSpPr txBox="1"/>
          <p:nvPr/>
        </p:nvSpPr>
        <p:spPr>
          <a:xfrm>
            <a:off x="7626100" y="3253452"/>
            <a:ext cx="1342593" cy="369332"/>
          </a:xfrm>
          <a:prstGeom prst="rect">
            <a:avLst/>
          </a:prstGeom>
          <a:noFill/>
          <a:ln>
            <a:noFill/>
          </a:ln>
        </p:spPr>
        <p:txBody>
          <a:bodyPr wrap="square" rtlCol="0">
            <a:spAutoFit/>
          </a:bodyPr>
          <a:lstStyle/>
          <a:p>
            <a:r>
              <a:rPr lang="en-CN" b="1" dirty="0">
                <a:solidFill>
                  <a:schemeClr val="accent6">
                    <a:lumMod val="50000"/>
                  </a:schemeClr>
                </a:solidFill>
                <a:latin typeface="Cavolini" panose="03000502040302020204" pitchFamily="66" charset="0"/>
                <a:cs typeface="Cavolini" panose="03000502040302020204" pitchFamily="66" charset="0"/>
              </a:rPr>
              <a:t>Measure</a:t>
            </a:r>
          </a:p>
        </p:txBody>
      </p:sp>
      <p:sp>
        <p:nvSpPr>
          <p:cNvPr id="37" name="TextBox 36">
            <a:extLst>
              <a:ext uri="{FF2B5EF4-FFF2-40B4-BE49-F238E27FC236}">
                <a16:creationId xmlns:a16="http://schemas.microsoft.com/office/drawing/2014/main" id="{4310DEA0-6192-2D6B-2F12-D00469F6F05D}"/>
              </a:ext>
            </a:extLst>
          </p:cNvPr>
          <p:cNvSpPr txBox="1"/>
          <p:nvPr/>
        </p:nvSpPr>
        <p:spPr>
          <a:xfrm>
            <a:off x="1147479" y="4516381"/>
            <a:ext cx="2856600" cy="369332"/>
          </a:xfrm>
          <a:prstGeom prst="rect">
            <a:avLst/>
          </a:prstGeom>
          <a:noFill/>
        </p:spPr>
        <p:txBody>
          <a:bodyPr wrap="square" rtlCol="0">
            <a:spAutoFit/>
          </a:bodyPr>
          <a:lstStyle/>
          <a:p>
            <a:r>
              <a:rPr lang="en-CN" dirty="0">
                <a:solidFill>
                  <a:schemeClr val="accent6">
                    <a:lumMod val="50000"/>
                  </a:schemeClr>
                </a:solidFill>
                <a:latin typeface="BM JUA OTF" panose="02020603020101020101" pitchFamily="18" charset="-127"/>
                <a:ea typeface="BM JUA OTF" panose="02020603020101020101" pitchFamily="18" charset="-127"/>
              </a:rPr>
              <a:t>Ensemble Methods</a:t>
            </a:r>
          </a:p>
        </p:txBody>
      </p:sp>
    </p:spTree>
    <p:custDataLst>
      <p:tags r:id="rId1"/>
    </p:custDataLst>
    <p:extLst>
      <p:ext uri="{BB962C8B-B14F-4D97-AF65-F5344CB8AC3E}">
        <p14:creationId xmlns:p14="http://schemas.microsoft.com/office/powerpoint/2010/main" val="707789946"/>
      </p:ext>
    </p:extLst>
  </p:cSld>
  <p:clrMapOvr>
    <a:masterClrMapping/>
  </p:clrMapOvr>
  <mc:AlternateContent xmlns:mc="http://schemas.openxmlformats.org/markup-compatibility/2006">
    <mc:Choice xmlns:p14="http://schemas.microsoft.com/office/powerpoint/2010/main" Requires="p14">
      <p:transition spd="slow" p14:dur="2000" advTm="61566"/>
    </mc:Choice>
    <mc:Fallback>
      <p:transition spd="slow" advTm="6156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7"/>
                                        </p:tgtEl>
                                        <p:attrNameLst>
                                          <p:attrName>style.visibility</p:attrName>
                                        </p:attrNameLst>
                                      </p:cBhvr>
                                      <p:to>
                                        <p:strVal val="visible"/>
                                      </p:to>
                                    </p:set>
                                    <p:animEffect transition="in" filter="blinds(horizontal)">
                                      <p:cBhvr>
                                        <p:cTn id="7" dur="500"/>
                                        <p:tgtEl>
                                          <p:spTgt spid="3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linds(horizontal)">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par>
                                <p:cTn id="16" presetID="3" presetClass="entr" presetSubtype="10" fill="hold"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blinds(horizontal)">
                                      <p:cBhvr>
                                        <p:cTn id="18" dur="500"/>
                                        <p:tgtEl>
                                          <p:spTgt spid="9"/>
                                        </p:tgtEl>
                                      </p:cBhvr>
                                    </p:animEffect>
                                  </p:childTnLst>
                                </p:cTn>
                              </p:par>
                              <p:par>
                                <p:cTn id="19" presetID="3" presetClass="entr" presetSubtype="1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animEffect transition="in" filter="blinds(horizontal)">
                                      <p:cBhvr>
                                        <p:cTn id="21" dur="500"/>
                                        <p:tgtEl>
                                          <p:spTgt spid="12"/>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blinds(horizontal)">
                                      <p:cBhvr>
                                        <p:cTn id="24" dur="500"/>
                                        <p:tgtEl>
                                          <p:spTgt spid="7"/>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33"/>
                                        </p:tgtEl>
                                        <p:attrNameLst>
                                          <p:attrName>style.visibility</p:attrName>
                                        </p:attrNameLst>
                                      </p:cBhvr>
                                      <p:to>
                                        <p:strVal val="visible"/>
                                      </p:to>
                                    </p:set>
                                    <p:animEffect transition="in" filter="blinds(horizontal)">
                                      <p:cBhvr>
                                        <p:cTn id="30" dur="500"/>
                                        <p:tgtEl>
                                          <p:spTgt spid="33"/>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animEffect transition="in" filter="blinds(horizontal)">
                                      <p:cBhvr>
                                        <p:cTn id="33" dur="500"/>
                                        <p:tgtEl>
                                          <p:spTgt spid="35"/>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34"/>
                                        </p:tgtEl>
                                        <p:attrNameLst>
                                          <p:attrName>style.visibility</p:attrName>
                                        </p:attrNameLst>
                                      </p:cBhvr>
                                      <p:to>
                                        <p:strVal val="visible"/>
                                      </p:to>
                                    </p:set>
                                    <p:animEffect transition="in" filter="blinds(horizontal)">
                                      <p:cBhvr>
                                        <p:cTn id="36" dur="500"/>
                                        <p:tgtEl>
                                          <p:spTgt spid="34"/>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animEffect transition="in" filter="blinds(horizontal)">
                                      <p:cBhvr>
                                        <p:cTn id="39" dur="500"/>
                                        <p:tgtEl>
                                          <p:spTgt spid="36"/>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31"/>
                                        </p:tgtEl>
                                        <p:attrNameLst>
                                          <p:attrName>style.visibility</p:attrName>
                                        </p:attrNameLst>
                                      </p:cBhvr>
                                      <p:to>
                                        <p:strVal val="visible"/>
                                      </p:to>
                                    </p:set>
                                    <p:animEffect transition="in" filter="blinds(horizontal)">
                                      <p:cBhvr>
                                        <p:cTn id="42"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animBg="1"/>
      <p:bldP spid="6" grpId="0" animBg="1"/>
      <p:bldP spid="7" grpId="0" animBg="1"/>
      <p:bldP spid="31" grpId="0" animBg="1"/>
      <p:bldP spid="33" grpId="0" animBg="1"/>
      <p:bldP spid="34" grpId="0" animBg="1"/>
      <p:bldP spid="35" grpId="0"/>
      <p:bldP spid="36" grpId="0"/>
      <p:bldP spid="37" grpId="0"/>
    </p:bldLst>
  </p:timing>
  <p:extLst>
    <p:ext uri="{3A86A75C-4F4B-4683-9AE1-C65F6400EC91}">
      <p14:laserTraceLst xmlns:p14="http://schemas.microsoft.com/office/powerpoint/2010/main">
        <p14:tracePtLst>
          <p14:tracePt t="554" x="5059363" y="4054475"/>
          <p14:tracePt t="46497" x="5005388" y="4054475"/>
          <p14:tracePt t="46497" x="4983163" y="4054475"/>
          <p14:tracePt t="46511" x="4968875" y="4054475"/>
          <p14:tracePt t="46570" x="4991100" y="4054475"/>
          <p14:tracePt t="46584" x="5111750" y="4032250"/>
          <p14:tracePt t="46584" x="5121275" y="4032250"/>
          <p14:tracePt t="46600" x="5370513" y="3990975"/>
          <p14:tracePt t="46601" x="5402263" y="3990975"/>
          <p14:tracePt t="46602" x="5424488" y="3990975"/>
          <p14:tracePt t="46617" x="5670550" y="3946525"/>
          <p14:tracePt t="46634" x="5724525" y="3956050"/>
          <p14:tracePt t="46651" x="5692775" y="3956050"/>
          <p14:tracePt t="46670" x="5554663" y="3894138"/>
          <p14:tracePt t="46672" x="5532438" y="3879850"/>
          <p14:tracePt t="46673" x="5510213" y="3862388"/>
          <p14:tracePt t="46673" x="5500688" y="3848100"/>
          <p14:tracePt t="46674" x="5487988" y="3840163"/>
          <p14:tracePt t="46690" x="5273675" y="3611563"/>
          <p14:tracePt t="46698" x="5251450" y="3589338"/>
          <p14:tracePt t="46698" x="5099050" y="3429000"/>
          <p14:tracePt t="46699" x="5089525" y="3406775"/>
          <p14:tracePt t="46714" x="4830763" y="3160713"/>
          <p14:tracePt t="46715" x="4799013" y="3125788"/>
          <p14:tracePt t="46734" x="4335463" y="2803525"/>
          <p14:tracePt t="46734" x="4322763" y="2803525"/>
          <p14:tracePt t="46750" x="3956050" y="2620963"/>
          <p14:tracePt t="46751" x="3938588" y="2608263"/>
          <p14:tracePt t="46768" x="3643313" y="2544763"/>
          <p14:tracePt t="46769" x="3633788" y="2544763"/>
          <p14:tracePt t="46769" x="3611563" y="2544763"/>
          <p14:tracePt t="46785" x="3384550" y="2608263"/>
          <p14:tracePt t="46786" x="3375025" y="2620963"/>
          <p14:tracePt t="46801" x="3138488" y="2847975"/>
          <p14:tracePt t="46818" x="2901950" y="3236913"/>
          <p14:tracePt t="46819" x="2889250" y="3254375"/>
          <p14:tracePt t="46820" x="2879725" y="3276600"/>
          <p14:tracePt t="46822" x="2867025" y="3298825"/>
          <p14:tracePt t="46823" x="2847975" y="3367088"/>
          <p14:tracePt t="46823" x="2835275" y="3384550"/>
          <p14:tracePt t="46839" x="2705100" y="3773488"/>
          <p14:tracePt t="46840" x="2705100" y="3825875"/>
          <p14:tracePt t="46840" x="2697163" y="3825875"/>
          <p14:tracePt t="46841" x="2682875" y="3870325"/>
          <p14:tracePt t="46857" x="2643188" y="4175125"/>
          <p14:tracePt t="46858" x="2643188" y="4192588"/>
          <p14:tracePt t="46875" x="2652713" y="4379913"/>
          <p14:tracePt t="46876" x="2652713" y="4389438"/>
          <p14:tracePt t="46876" x="2652713" y="4397375"/>
          <p14:tracePt t="46898" x="2736850" y="4495800"/>
          <p14:tracePt t="46899" x="2803525" y="4540250"/>
          <p14:tracePt t="46899" x="2825750" y="4549775"/>
          <p14:tracePt t="46914" x="3084513" y="4625975"/>
          <p14:tracePt t="46915" x="3138488" y="4633913"/>
          <p14:tracePt t="46915" x="3160713" y="4633913"/>
          <p14:tracePt t="46916" x="3179763" y="4633913"/>
          <p14:tracePt t="46933" x="3697288" y="4594225"/>
          <p14:tracePt t="46934" x="3709988" y="4594225"/>
          <p14:tracePt t="46934" x="3732213" y="4594225"/>
          <p14:tracePt t="46950" x="4183063" y="4411663"/>
          <p14:tracePt t="46969" x="4473575" y="4152900"/>
          <p14:tracePt t="46969" x="4487863" y="4138613"/>
          <p14:tracePt t="46985" x="4562475" y="3916363"/>
          <p14:tracePt t="47002" x="4527550" y="3611563"/>
          <p14:tracePt t="47002" x="4518025" y="3603625"/>
          <p14:tracePt t="47018" x="4335463" y="3290888"/>
          <p14:tracePt t="47036" x="4130675" y="3084513"/>
          <p14:tracePt t="47037" x="4121150" y="3084513"/>
          <p14:tracePt t="47038" x="4098925" y="3071813"/>
          <p14:tracePt t="47055" x="4098925" y="3062288"/>
          <p14:tracePt t="47055" x="3968750" y="3017838"/>
          <p14:tracePt t="47056" x="3956050" y="3017838"/>
          <p14:tracePt t="47070" x="3924300" y="3032125"/>
          <p14:tracePt t="47071" x="3916363" y="3032125"/>
          <p14:tracePt t="47089" x="3894138" y="3062288"/>
          <p14:tracePt t="47109" x="3894138" y="3094038"/>
          <p14:tracePt t="47110" x="3894138" y="3108325"/>
          <p14:tracePt t="47124" x="3894138" y="3138488"/>
          <p14:tracePt t="47141" x="3879850" y="3179763"/>
          <p14:tracePt t="47147" x="3870325" y="3201988"/>
          <p14:tracePt t="47165" x="3840163" y="3236913"/>
          <p14:tracePt t="47199" x="3808413" y="3236913"/>
          <p14:tracePt t="47199" x="3763963" y="3224213"/>
          <p14:tracePt t="47213" x="3719513" y="3192463"/>
          <p14:tracePt t="47233" x="3656013" y="3125788"/>
          <p14:tracePt t="47251" x="3603625" y="3071813"/>
          <p14:tracePt t="47252" x="3589338" y="3062288"/>
          <p14:tracePt t="47273" x="3536950" y="3009900"/>
          <p14:tracePt t="47274" x="3527425" y="2995613"/>
          <p14:tracePt t="47289" x="3505200" y="2978150"/>
          <p14:tracePt t="47311" x="3505200" y="2965450"/>
          <p14:tracePt t="47607" x="3490913" y="2955925"/>
          <p14:tracePt t="47626" x="3473450" y="2941638"/>
          <p14:tracePt t="47627" x="3460750" y="2933700"/>
          <p14:tracePt t="47641" x="3451225" y="2919413"/>
          <p14:tracePt t="47641" x="3451225" y="2911475"/>
          <p14:tracePt t="47659" x="3429000" y="2901950"/>
          <p14:tracePt t="47677" x="3406775" y="2879725"/>
          <p14:tracePt t="47679" x="3397250" y="2879725"/>
          <p14:tracePt t="47693" x="3384550" y="2867025"/>
          <p14:tracePt t="47713" x="3375025" y="2867025"/>
          <p14:tracePt t="47729" x="3367088" y="2857500"/>
          <p14:tracePt t="47748" x="3352800" y="2857500"/>
          <p14:tracePt t="47765" x="3344863" y="2847975"/>
          <p14:tracePt t="48279" x="3322638" y="2835275"/>
          <p14:tracePt t="48294" x="3254375" y="2813050"/>
          <p14:tracePt t="48311" x="3160713" y="2773363"/>
          <p14:tracePt t="48311" x="3148013" y="2759075"/>
          <p14:tracePt t="48330" x="3017838" y="2719388"/>
          <p14:tracePt t="48346" x="2911475" y="2682875"/>
          <p14:tracePt t="48346" x="2901950" y="2674938"/>
          <p14:tracePt t="48366" x="2835275" y="2665413"/>
          <p14:tracePt t="48383" x="2825750" y="2674938"/>
          <p14:tracePt t="48399" x="2813050" y="2697163"/>
          <p14:tracePt t="48400" x="2803525" y="2705100"/>
          <p14:tracePt t="48421" x="2825750" y="2847975"/>
          <p14:tracePt t="48425" x="2825750" y="2857500"/>
          <p14:tracePt t="48426" x="2847975" y="2911475"/>
          <p14:tracePt t="48442" x="2911475" y="3071813"/>
          <p14:tracePt t="48463" x="2911475" y="3084513"/>
          <p14:tracePt t="48464" x="3009900" y="3276600"/>
          <p14:tracePt t="48481" x="3009900" y="3290888"/>
          <p14:tracePt t="48482" x="3084513" y="3384550"/>
          <p14:tracePt t="48482" x="3094038" y="3384550"/>
          <p14:tracePt t="48500" x="3138488" y="3429000"/>
          <p14:tracePt t="48501" x="3148013" y="3429000"/>
          <p14:tracePt t="48518" x="3170238" y="3460750"/>
          <p14:tracePt t="48593" x="3170238" y="3438525"/>
          <p14:tracePt t="48610" x="3170238" y="3419475"/>
          <p14:tracePt t="48626" x="3170238" y="3406775"/>
          <p14:tracePt t="48657" x="3170238" y="3397250"/>
          <p14:tracePt t="48842" x="3160713" y="3397250"/>
          <p14:tracePt t="48956" x="3138488" y="3375025"/>
          <p14:tracePt t="48969" x="3138488" y="3367088"/>
          <p14:tracePt t="49138" x="3148013" y="3352800"/>
          <p14:tracePt t="49153" x="3148013" y="3344863"/>
          <p14:tracePt t="49153" x="3160713" y="3330575"/>
          <p14:tracePt t="49154" x="3160713" y="3322638"/>
          <p14:tracePt t="49169" x="3160713" y="3298825"/>
          <p14:tracePt t="49186" x="3148013" y="3268663"/>
          <p14:tracePt t="49202" x="3138488" y="3236913"/>
          <p14:tracePt t="49225" x="3125788" y="3201988"/>
          <p14:tracePt t="49226" x="3125788" y="3192463"/>
          <p14:tracePt t="49247" x="3116263" y="3160713"/>
          <p14:tracePt t="49248" x="3116263" y="3148013"/>
          <p14:tracePt t="49263" x="3108325" y="3138488"/>
          <p14:tracePt t="49297" x="3108325" y="3125788"/>
          <p14:tracePt t="49313" x="3094038" y="3116263"/>
          <p14:tracePt t="49331" x="3094038" y="3108325"/>
          <p14:tracePt t="49346" x="3094038" y="3084513"/>
          <p14:tracePt t="49365" x="3108325" y="3062288"/>
          <p14:tracePt t="49366" x="3116263" y="3062288"/>
          <p14:tracePt t="49381" x="3138488" y="3040063"/>
          <p14:tracePt t="49403" x="3179763" y="3017838"/>
          <p14:tracePt t="49404" x="3192463" y="3009900"/>
          <p14:tracePt t="49406" x="3201988" y="2995613"/>
          <p14:tracePt t="49423" x="3268663" y="2965450"/>
          <p14:tracePt t="49424" x="3276600" y="2965450"/>
          <p14:tracePt t="49439" x="3344863" y="2933700"/>
          <p14:tracePt t="49440" x="3367088" y="2919413"/>
          <p14:tracePt t="49457" x="3375025" y="2911475"/>
          <p14:tracePt t="49457" x="3505200" y="2867025"/>
          <p14:tracePt t="49472" x="3656013" y="2835275"/>
          <p14:tracePt t="49480" x="3665538" y="2835275"/>
          <p14:tracePt t="49480" x="3732213" y="2825750"/>
          <p14:tracePt t="49481" x="3751263" y="2825750"/>
          <p14:tracePt t="49496" x="3924300" y="2835275"/>
          <p14:tracePt t="49512" x="4121150" y="2879725"/>
          <p14:tracePt t="49513" x="4130675" y="2889250"/>
          <p14:tracePt t="49513" x="4138613" y="2889250"/>
          <p14:tracePt t="49514" x="4160838" y="2901950"/>
          <p14:tracePt t="49529" x="4322763" y="2978150"/>
          <p14:tracePt t="49530" x="4344988" y="2987675"/>
          <p14:tracePt t="49547" x="4518025" y="3084513"/>
          <p14:tracePt t="49548" x="4527550" y="3084513"/>
          <p14:tracePt t="49567" x="4670425" y="3179763"/>
          <p14:tracePt t="49568" x="4679950" y="3179763"/>
          <p14:tracePt t="49569" x="4692650" y="3192463"/>
          <p14:tracePt t="49570" x="4702175" y="3192463"/>
          <p14:tracePt t="49586" x="4822825" y="3254375"/>
          <p14:tracePt t="49588" x="4830763" y="3254375"/>
          <p14:tracePt t="49602" x="4929188" y="3290888"/>
          <p14:tracePt t="49623" x="5022850" y="3298825"/>
          <p14:tracePt t="49625" x="5045075" y="3298825"/>
          <p14:tracePt t="49626" x="5059363" y="3298825"/>
          <p14:tracePt t="49659" x="5143500" y="3276600"/>
          <p14:tracePt t="49660" x="5264150" y="3224213"/>
          <p14:tracePt t="49660" x="5264150" y="3214688"/>
          <p14:tracePt t="49674" x="5326063" y="3148013"/>
          <p14:tracePt t="49675" x="5335588" y="3148013"/>
          <p14:tracePt t="49693" x="5380038" y="3084513"/>
          <p14:tracePt t="49709" x="5380038" y="3062288"/>
          <p14:tracePt t="49830" x="5380038" y="3049588"/>
          <p14:tracePt t="50560" x="5394325" y="3062288"/>
          <p14:tracePt t="50573" x="5402263" y="3071813"/>
          <p14:tracePt t="50573" x="5411788" y="3071813"/>
          <p14:tracePt t="50589" x="5446713" y="3084513"/>
          <p14:tracePt t="50610" x="5478463" y="3108325"/>
          <p14:tracePt t="50611" x="5500688" y="3108325"/>
          <p14:tracePt t="50627" x="5532438" y="3125788"/>
          <p14:tracePt t="50628" x="5540375" y="3125788"/>
          <p14:tracePt t="50644" x="5584825" y="3138488"/>
          <p14:tracePt t="50666" x="5653088" y="3170238"/>
          <p14:tracePt t="50683" x="5692775" y="3179763"/>
          <p14:tracePt t="50716" x="5715000" y="3179763"/>
          <p14:tracePt t="53869" x="5724525" y="3179763"/>
          <p14:tracePt t="53882" x="5737225" y="3179763"/>
          <p14:tracePt t="53901" x="5776913" y="3170238"/>
          <p14:tracePt t="53918" x="5875338" y="3094038"/>
          <p14:tracePt t="53918" x="5889625" y="3084513"/>
          <p14:tracePt t="53935" x="6037263" y="3017838"/>
          <p14:tracePt t="53936" x="6059488" y="3009900"/>
          <p14:tracePt t="53972" x="6348413" y="2965450"/>
          <p14:tracePt t="53972" x="6956425" y="2978150"/>
          <p14:tracePt t="53973" x="7018338" y="2978150"/>
          <p14:tracePt t="53987" x="7537450" y="3032125"/>
          <p14:tracePt t="53992" x="7559675" y="3040063"/>
          <p14:tracePt t="53994" x="7688263" y="3049588"/>
          <p14:tracePt t="53994" x="7732713" y="3062288"/>
          <p14:tracePt t="54008" x="8001000" y="3084513"/>
          <p14:tracePt t="54008" x="8045450" y="3084513"/>
          <p14:tracePt t="54031" x="8269288" y="3071813"/>
          <p14:tracePt t="54032" x="8281988" y="3071813"/>
          <p14:tracePt t="54047" x="8291513" y="3062288"/>
          <p14:tracePt t="54137" x="8281988" y="3062288"/>
          <p14:tracePt t="54152" x="8269288" y="3049588"/>
          <p14:tracePt t="54171" x="8237538" y="3017838"/>
          <p14:tracePt t="54176" x="8228013" y="3009900"/>
          <p14:tracePt t="54176" x="8215313" y="3009900"/>
          <p14:tracePt t="54177" x="8215313" y="2995613"/>
          <p14:tracePt t="54192" x="8183563" y="2955925"/>
          <p14:tracePt t="54192" x="8183563" y="2941638"/>
          <p14:tracePt t="54209" x="8161338" y="2911475"/>
          <p14:tracePt t="54229" x="8153400" y="2867025"/>
          <p14:tracePt t="54248" x="8131175" y="2825750"/>
          <p14:tracePt t="54264" x="8077200" y="2773363"/>
          <p14:tracePt t="54281" x="7916863" y="2719388"/>
          <p14:tracePt t="54281" x="7902575" y="2719388"/>
          <p14:tracePt t="54299" x="7581900" y="2697163"/>
          <p14:tracePt t="54300" x="7537450" y="2697163"/>
          <p14:tracePt t="54316" x="7094538" y="2736850"/>
          <p14:tracePt t="54317" x="7072313" y="2751138"/>
          <p14:tracePt t="54332" x="7032625" y="2751138"/>
          <p14:tracePt t="54333" x="6608763" y="2795588"/>
          <p14:tracePt t="54333" x="6589713" y="2795588"/>
          <p14:tracePt t="54350" x="6318250" y="2835275"/>
          <p14:tracePt t="54351" x="6308725" y="2835275"/>
          <p14:tracePt t="54351" x="6308725" y="2847975"/>
          <p14:tracePt t="54367" x="6210300" y="2857500"/>
          <p14:tracePt t="54386" x="6165850" y="2857500"/>
          <p14:tracePt t="54430" x="6156325" y="2857500"/>
          <p14:tracePt t="54446" x="6103938" y="2857500"/>
          <p14:tracePt t="54465" x="6018213" y="2857500"/>
          <p14:tracePt t="54466" x="6005513" y="2857500"/>
          <p14:tracePt t="54481" x="5907088" y="2857500"/>
          <p14:tracePt t="54498" x="5835650" y="2847975"/>
          <p14:tracePt t="54516" x="5768975" y="2835275"/>
          <p14:tracePt t="54532" x="5715000" y="2825750"/>
          <p14:tracePt t="54549" x="5661025" y="2803525"/>
          <p14:tracePt t="54566" x="5653088" y="2803525"/>
          <p14:tracePt t="54583" x="5653088" y="2795588"/>
          <p14:tracePt t="54583" x="5638800" y="2795588"/>
          <p14:tracePt t="54598" x="5630863" y="2781300"/>
          <p14:tracePt t="54617" x="5594350" y="2759075"/>
          <p14:tracePt t="54633" x="5540375" y="2751138"/>
          <p14:tracePt t="54651" x="5487988" y="2736850"/>
          <p14:tracePt t="54670" x="5434013" y="2736850"/>
          <p14:tracePt t="54673" x="5424488" y="2736850"/>
          <p14:tracePt t="54673" x="5424488" y="2751138"/>
          <p14:tracePt t="54690" x="5357813" y="2773363"/>
          <p14:tracePt t="54711" x="5348288" y="2781300"/>
          <p14:tracePt t="54712" x="5295900" y="2835275"/>
          <p14:tracePt t="54712" x="5281613" y="2847975"/>
          <p14:tracePt t="54730" x="5264150" y="2911475"/>
          <p14:tracePt t="54746" x="5264150" y="2919413"/>
          <p14:tracePt t="54746" x="5273675" y="2978150"/>
          <p14:tracePt t="54765" x="5348288" y="3040063"/>
          <p14:tracePt t="54766" x="5357813" y="3049588"/>
          <p14:tracePt t="54782" x="5465763" y="3094038"/>
          <p14:tracePt t="54783" x="5478463" y="3108325"/>
          <p14:tracePt t="54800" x="5608638" y="3138488"/>
          <p14:tracePt t="54818" x="5768975" y="3138488"/>
          <p14:tracePt t="54818" x="5776913" y="3138488"/>
          <p14:tracePt t="54834" x="5951538" y="3084513"/>
          <p14:tracePt t="54835" x="5965825" y="3084513"/>
          <p14:tracePt t="54851" x="6111875" y="3009900"/>
          <p14:tracePt t="54852" x="6111875" y="2995613"/>
          <p14:tracePt t="54868" x="6224588" y="2911475"/>
          <p14:tracePt t="54884" x="6264275" y="2825750"/>
          <p14:tracePt t="54885" x="6264275" y="2813050"/>
          <p14:tracePt t="54901" x="6264275" y="2736850"/>
          <p14:tracePt t="54902" x="6264275" y="2727325"/>
          <p14:tracePt t="54918" x="6202363" y="2652713"/>
          <p14:tracePt t="54934" x="6059488" y="2566988"/>
          <p14:tracePt t="54951" x="5835650" y="2500313"/>
          <p14:tracePt t="54951" x="5813425" y="2490788"/>
          <p14:tracePt t="54952" x="5791200" y="2490788"/>
          <p14:tracePt t="54967" x="5510213" y="2468563"/>
          <p14:tracePt t="54984" x="5227638" y="2490788"/>
          <p14:tracePt t="54984" x="5205413" y="2500313"/>
          <p14:tracePt t="54985" x="5187950" y="2500313"/>
          <p14:tracePt t="54986" x="5153025" y="2513013"/>
          <p14:tracePt t="54987" x="5143500" y="2522538"/>
          <p14:tracePt t="55002" x="4929188" y="2608263"/>
          <p14:tracePt t="55003" x="4916488" y="2608263"/>
          <p14:tracePt t="55003" x="4894263" y="2620963"/>
          <p14:tracePt t="55019" x="4710113" y="2751138"/>
          <p14:tracePt t="55020" x="4702175" y="2759075"/>
          <p14:tracePt t="55036" x="4633913" y="2879725"/>
          <p14:tracePt t="55036" x="4633913" y="2889250"/>
          <p14:tracePt t="55037" x="4633913" y="2901950"/>
          <p14:tracePt t="55054" x="4656138" y="2987675"/>
          <p14:tracePt t="55070" x="4776788" y="3062288"/>
          <p14:tracePt t="55072" x="4786313" y="3062288"/>
          <p14:tracePt t="55088" x="4799013" y="3071813"/>
          <p14:tracePt t="55089" x="5022850" y="3125788"/>
          <p14:tracePt t="55090" x="5037138" y="3125788"/>
          <p14:tracePt t="55090" x="5089525" y="3148013"/>
          <p14:tracePt t="55112" x="5411788" y="3170238"/>
          <p14:tracePt t="55112" x="5584825" y="3170238"/>
          <p14:tracePt t="55128" x="5907088" y="3125788"/>
          <p14:tracePt t="55128" x="5919788" y="3125788"/>
          <p14:tracePt t="55129" x="5929313" y="3116263"/>
          <p14:tracePt t="55145" x="6111875" y="3071813"/>
          <p14:tracePt t="55146" x="6126163" y="3071813"/>
          <p14:tracePt t="55180" x="6156325" y="3040063"/>
          <p14:tracePt t="55180" x="6148388" y="3017838"/>
          <p14:tracePt t="55195" x="6103938" y="2987675"/>
          <p14:tracePt t="55196" x="6094413" y="2978150"/>
          <p14:tracePt t="55214" x="5995988" y="2919413"/>
          <p14:tracePt t="55214" x="5983288" y="2919413"/>
          <p14:tracePt t="55233" x="5875338" y="2901950"/>
          <p14:tracePt t="55233" x="5867400" y="2901950"/>
          <p14:tracePt t="55250" x="5768975" y="2901950"/>
          <p14:tracePt t="55267" x="5715000" y="2901950"/>
          <p14:tracePt t="55286" x="5692775" y="2911475"/>
          <p14:tracePt t="55461" x="5683250" y="2911475"/>
          <p14:tracePt t="55493" x="5670550" y="2911475"/>
          <p14:tracePt t="55493" x="5616575" y="2911475"/>
          <p14:tracePt t="55513" x="5608638" y="2901950"/>
          <p14:tracePt t="55513" x="5594350" y="2901950"/>
          <p14:tracePt t="56067" x="5584825" y="2901950"/>
          <p14:tracePt t="56081" x="5576888" y="2901950"/>
          <p14:tracePt t="56098" x="5554663" y="2901950"/>
          <p14:tracePt t="56113" x="5510213" y="2911475"/>
          <p14:tracePt t="56133" x="5424488" y="2965450"/>
          <p14:tracePt t="56134" x="5411788" y="2965450"/>
          <p14:tracePt t="56135" x="5411788" y="2978150"/>
          <p14:tracePt t="56135" x="5402263" y="2978150"/>
          <p14:tracePt t="56154" x="5295900" y="3062288"/>
          <p14:tracePt t="56172" x="5273675" y="3071813"/>
          <p14:tracePt t="56173" x="5187950" y="3160713"/>
          <p14:tracePt t="56205" x="5111750" y="3246438"/>
          <p14:tracePt t="56206" x="5037138" y="3322638"/>
          <p14:tracePt t="56206" x="5037138" y="3330575"/>
          <p14:tracePt t="56221" x="4991100" y="3397250"/>
          <p14:tracePt t="56222" x="4991100" y="3406775"/>
          <p14:tracePt t="56239" x="4960938" y="3527425"/>
          <p14:tracePt t="56239" x="4951413" y="3536950"/>
          <p14:tracePt t="56254" x="4960938" y="3643313"/>
          <p14:tracePt t="56278" x="4991100" y="3795713"/>
          <p14:tracePt t="56279" x="5022850" y="3870325"/>
          <p14:tracePt t="56295" x="5067300" y="3968750"/>
          <p14:tracePt t="56295" x="5081588" y="3978275"/>
          <p14:tracePt t="56311" x="5133975" y="4062413"/>
          <p14:tracePt t="56312" x="5133975" y="4076700"/>
          <p14:tracePt t="56330" x="5187950" y="4152900"/>
          <p14:tracePt t="56346" x="5251450" y="4214813"/>
          <p14:tracePt t="56364" x="5251450" y="4227513"/>
          <p14:tracePt t="56364" x="5318125" y="4281488"/>
          <p14:tracePt t="56365" x="5318125" y="4291013"/>
          <p14:tracePt t="56381" x="5370513" y="4335463"/>
          <p14:tracePt t="56382" x="5370513" y="4344988"/>
          <p14:tracePt t="56399" x="5424488" y="4389438"/>
          <p14:tracePt t="56415" x="5456238" y="4411663"/>
          <p14:tracePt t="56431" x="5510213" y="4397375"/>
          <p14:tracePt t="56448" x="5608638" y="4357688"/>
          <p14:tracePt t="56449" x="5616575" y="4357688"/>
          <p14:tracePt t="56450" x="5616575" y="4344988"/>
          <p14:tracePt t="56450" x="5630863" y="4344988"/>
          <p14:tracePt t="56466" x="5768975" y="4251325"/>
          <p14:tracePt t="56483" x="5791200" y="4227513"/>
          <p14:tracePt t="56484" x="5973763" y="4062413"/>
          <p14:tracePt t="56485" x="5995988" y="4054475"/>
          <p14:tracePt t="56486" x="6005513" y="4044950"/>
          <p14:tracePt t="56501" x="6156325" y="3848100"/>
          <p14:tracePt t="56501" x="6165850" y="3840163"/>
          <p14:tracePt t="56502" x="6180138" y="3825875"/>
          <p14:tracePt t="56521" x="6242050" y="3643313"/>
          <p14:tracePt t="56522" x="6254750" y="3633788"/>
          <p14:tracePt t="56538" x="6254750" y="3611563"/>
          <p14:tracePt t="56539" x="6232525" y="3527425"/>
          <p14:tracePt t="56539" x="6224588" y="3513138"/>
          <p14:tracePt t="56562" x="6156325" y="3451225"/>
          <p14:tracePt t="56562" x="6111875" y="3419475"/>
          <p14:tracePt t="56563" x="6103938" y="3419475"/>
          <p14:tracePt t="56578" x="5983288" y="3397250"/>
          <p14:tracePt t="56598" x="5853113" y="3429000"/>
          <p14:tracePt t="56599" x="5845175" y="3429000"/>
          <p14:tracePt t="56614" x="5759450" y="3513138"/>
          <p14:tracePt t="56634" x="5683250" y="3679825"/>
          <p14:tracePt t="56635" x="5683250" y="3687763"/>
          <p14:tracePt t="56636" x="5683250" y="3697288"/>
          <p14:tracePt t="56636" x="5683250" y="3709988"/>
          <p14:tracePt t="56652" x="5683250" y="3879850"/>
          <p14:tracePt t="56653" x="5683250" y="3894138"/>
          <p14:tracePt t="56655" x="5683250" y="3902075"/>
          <p14:tracePt t="56672" x="5683250" y="3916363"/>
          <p14:tracePt t="56672" x="5768975" y="4054475"/>
          <p14:tracePt t="56687" x="5907088" y="4175125"/>
          <p14:tracePt t="56688" x="5919788" y="4175125"/>
          <p14:tracePt t="56691" x="5929313" y="4183063"/>
          <p14:tracePt t="56692" x="5965825" y="4205288"/>
          <p14:tracePt t="56693" x="5973763" y="4205288"/>
          <p14:tracePt t="56693" x="5995988" y="4214813"/>
          <p14:tracePt t="56708" x="6276975" y="4335463"/>
          <p14:tracePt t="56717" x="6469063" y="4389438"/>
          <p14:tracePt t="56732" x="6804025" y="4433888"/>
          <p14:tracePt t="56733" x="6826250" y="4433888"/>
          <p14:tracePt t="56733" x="6835775" y="4433888"/>
          <p14:tracePt t="56750" x="7126288" y="4433888"/>
          <p14:tracePt t="56750" x="7138988" y="4433888"/>
          <p14:tracePt t="56751" x="7148513" y="4433888"/>
          <p14:tracePt t="56766" x="7254875" y="4397375"/>
          <p14:tracePt t="56783" x="7291388" y="4379913"/>
          <p14:tracePt t="56799" x="7291388" y="4367213"/>
          <p14:tracePt t="56817" x="7291388" y="4357688"/>
          <p14:tracePt t="56833" x="7291388" y="4344988"/>
          <p14:tracePt t="56848" x="7291388" y="4335463"/>
          <p14:tracePt t="56864" x="7277100" y="4313238"/>
          <p14:tracePt t="56883" x="7254875" y="4259263"/>
          <p14:tracePt t="56898" x="7202488" y="4160838"/>
          <p14:tracePt t="56915" x="7138988" y="4076700"/>
          <p14:tracePt t="56915" x="7138988" y="4062413"/>
          <p14:tracePt t="56916" x="7116763" y="4054475"/>
          <p14:tracePt t="56932" x="7040563" y="3968750"/>
          <p14:tracePt t="56933" x="7032625" y="3968750"/>
          <p14:tracePt t="56950" x="6919913" y="3879850"/>
          <p14:tracePt t="56969" x="6796088" y="3825875"/>
          <p14:tracePt t="56970" x="6781800" y="3825875"/>
          <p14:tracePt t="56970" x="6773863" y="3817938"/>
          <p14:tracePt t="56986" x="6653213" y="3817938"/>
          <p14:tracePt t="57003" x="6554788" y="3840163"/>
          <p14:tracePt t="57004" x="6545263" y="3840163"/>
          <p14:tracePt t="57008" x="6537325" y="3848100"/>
          <p14:tracePt t="57009" x="6523038" y="3848100"/>
          <p14:tracePt t="57010" x="6513513" y="3848100"/>
          <p14:tracePt t="57029" x="6446838" y="3916363"/>
          <p14:tracePt t="57047" x="6416675" y="3990975"/>
          <p14:tracePt t="57066" x="6416675" y="4062413"/>
          <p14:tracePt t="57067" x="6424613" y="4076700"/>
          <p14:tracePt t="57085" x="6446838" y="4152900"/>
          <p14:tracePt t="57104" x="6513513" y="4205288"/>
          <p14:tracePt t="57122" x="6523038" y="4214813"/>
          <p14:tracePt t="57122" x="6621463" y="4251325"/>
          <p14:tracePt t="57156" x="6759575" y="4259263"/>
          <p14:tracePt t="57157" x="6988175" y="4251325"/>
          <p14:tracePt t="57157" x="7010400" y="4251325"/>
          <p14:tracePt t="57158" x="7018338" y="4251325"/>
          <p14:tracePt t="57177" x="7224713" y="4183063"/>
          <p14:tracePt t="57178" x="7299325" y="4160838"/>
          <p14:tracePt t="57209" x="7397750" y="4084638"/>
          <p14:tracePt t="57210" x="7419975" y="4022725"/>
          <p14:tracePt t="57231" x="7397750" y="3990975"/>
          <p14:tracePt t="57232" x="7385050" y="3978275"/>
          <p14:tracePt t="57250" x="7345363" y="3946525"/>
          <p14:tracePt t="57272" x="7308850" y="3946525"/>
          <p14:tracePt t="57273" x="7299325" y="3946525"/>
          <p14:tracePt t="57363" x="7331075" y="3924300"/>
          <p14:tracePt t="57379" x="7439025" y="3879850"/>
          <p14:tracePt t="57380" x="7451725" y="3879850"/>
          <p14:tracePt t="57396" x="7643813" y="3763963"/>
          <p14:tracePt t="57397" x="7666038" y="3751263"/>
          <p14:tracePt t="57397" x="7680325" y="3751263"/>
          <p14:tracePt t="57414" x="7902575" y="3567113"/>
          <p14:tracePt t="57414" x="7916863" y="3567113"/>
          <p14:tracePt t="57432" x="8001000" y="3397250"/>
          <p14:tracePt t="57433" x="8001000" y="3384550"/>
          <p14:tracePt t="57450" x="8010525" y="3236913"/>
          <p14:tracePt t="57450" x="8001000" y="3236913"/>
          <p14:tracePt t="57466" x="8001000" y="3224213"/>
          <p14:tracePt t="57466" x="7956550" y="3116263"/>
          <p14:tracePt t="57467" x="7956550" y="3108325"/>
          <p14:tracePt t="57483" x="7894638" y="3017838"/>
          <p14:tracePt t="57484" x="7880350" y="3017838"/>
          <p14:tracePt t="57484" x="7880350" y="3009900"/>
          <p14:tracePt t="57501" x="7826375" y="2919413"/>
          <p14:tracePt t="57520" x="7808913" y="2879725"/>
          <p14:tracePt t="57542" x="7796213" y="2857500"/>
          <p14:tracePt t="57544" x="7796213" y="2847975"/>
          <p14:tracePt t="57562" x="7808913" y="2825750"/>
          <p14:tracePt t="57564" x="7808913" y="2813050"/>
          <p14:tracePt t="57582" x="7840663" y="2759075"/>
          <p14:tracePt t="57598" x="7862888" y="2719388"/>
          <p14:tracePt t="57599" x="7870825" y="2705100"/>
          <p14:tracePt t="57615" x="7916863" y="2620963"/>
          <p14:tracePt t="57632" x="7939088" y="2576513"/>
          <p14:tracePt t="57649" x="7939088" y="2544763"/>
          <p14:tracePt t="57668" x="7924800" y="2513013"/>
          <p14:tracePt t="57687" x="7880350" y="2478088"/>
          <p14:tracePt t="57704" x="7840663" y="2468563"/>
          <p14:tracePt t="57709" x="7826375" y="2460625"/>
          <p14:tracePt t="57728" x="7786688" y="2460625"/>
          <p14:tracePt t="57746" x="7751763" y="2468563"/>
          <p14:tracePt t="57764" x="7742238" y="2478088"/>
          <p14:tracePt t="57782" x="7732713" y="2490788"/>
          <p14:tracePt t="57800" x="7732713" y="2522538"/>
          <p14:tracePt t="57819" x="7742238" y="2598738"/>
          <p14:tracePt t="57820" x="7751763" y="2608263"/>
          <p14:tracePt t="57835" x="7796213" y="2697163"/>
          <p14:tracePt t="57852" x="7880350" y="2781300"/>
          <p14:tracePt t="57853" x="7880350" y="2795588"/>
          <p14:tracePt t="57869" x="7969250" y="2847975"/>
          <p14:tracePt t="57894" x="8045450" y="2867025"/>
          <p14:tracePt t="57895" x="8054975" y="2867025"/>
          <p14:tracePt t="57910" x="8062913" y="2867025"/>
          <p14:tracePt t="57945" x="8062913" y="2835275"/>
          <p14:tracePt t="57946" x="8062913" y="2825750"/>
          <p14:tracePt t="57965" x="8023225" y="2736850"/>
          <p14:tracePt t="57966" x="8010525" y="2736850"/>
          <p14:tracePt t="57966" x="8010525" y="2727325"/>
          <p14:tracePt t="57981" x="7947025" y="2652713"/>
          <p14:tracePt t="57997" x="7862888" y="2589213"/>
          <p14:tracePt t="57998" x="7848600" y="2589213"/>
          <p14:tracePt t="58015" x="7751763" y="2554288"/>
          <p14:tracePt t="58034" x="7666038" y="2554288"/>
          <p14:tracePt t="58057" x="7604125" y="2608263"/>
          <p14:tracePt t="58058" x="7604125" y="2620963"/>
          <p14:tracePt t="58080" x="7581900" y="2665413"/>
          <p14:tracePt t="58081" x="7581900" y="2697163"/>
          <p14:tracePt t="58081" x="7581900" y="2705100"/>
          <p14:tracePt t="58096" x="7581900" y="2751138"/>
          <p14:tracePt t="58096" x="7589838" y="2759075"/>
          <p14:tracePt t="58115" x="7612063" y="2813050"/>
          <p14:tracePt t="58134" x="7666038" y="2857500"/>
          <p14:tracePt t="58135" x="7680325" y="2857500"/>
          <p14:tracePt t="58157" x="7742238" y="2879725"/>
          <p14:tracePt t="58159" x="7764463" y="2879725"/>
          <p14:tracePt t="58177" x="7818438" y="2879725"/>
          <p14:tracePt t="58195" x="7862888" y="2867025"/>
          <p14:tracePt t="58210" x="7880350" y="2857500"/>
          <p14:tracePt t="58229" x="7894638" y="2835275"/>
          <p14:tracePt t="58245" x="7880350" y="2803525"/>
          <p14:tracePt t="58263" x="7862888" y="2773363"/>
          <p14:tracePt t="58283" x="7840663" y="2751138"/>
          <p14:tracePt t="58284" x="7826375" y="2751138"/>
          <p14:tracePt t="58299" x="7808913" y="2727325"/>
          <p14:tracePt t="58318" x="7773988" y="2727325"/>
          <p14:tracePt t="58333" x="7764463" y="2727325"/>
          <p14:tracePt t="58333" x="7751763" y="2727325"/>
          <p14:tracePt t="58353" x="7720013" y="2751138"/>
          <p14:tracePt t="58368" x="7697788" y="2795588"/>
          <p14:tracePt t="58392" x="7688263" y="2847975"/>
          <p14:tracePt t="58394" x="7688263" y="2857500"/>
          <p14:tracePt t="58411" x="7720013" y="2901950"/>
          <p14:tracePt t="58412" x="7720013" y="2911475"/>
          <p14:tracePt t="58429" x="7764463" y="2933700"/>
          <p14:tracePt t="58429" x="7773988" y="2941638"/>
          <p14:tracePt t="58449" x="7862888" y="2965450"/>
          <p14:tracePt t="58468" x="7956550" y="2965450"/>
          <p14:tracePt t="58469" x="7969250" y="2955925"/>
          <p14:tracePt t="58484" x="8023225" y="2933700"/>
          <p14:tracePt t="58502" x="8054975" y="2901950"/>
          <p14:tracePt t="58525" x="8045450" y="2847975"/>
          <p14:tracePt t="58526" x="8032750" y="2825750"/>
          <p14:tracePt t="58526" x="8032750" y="2813050"/>
          <p14:tracePt t="58541" x="7978775" y="2751138"/>
          <p14:tracePt t="58559" x="7894638" y="2682875"/>
          <p14:tracePt t="58579" x="7796213" y="2665413"/>
          <p14:tracePt t="58580" x="7786688" y="2665413"/>
          <p14:tracePt t="58595" x="7720013" y="2674938"/>
          <p14:tracePt t="58611" x="7688263" y="2697163"/>
          <p14:tracePt t="58630" x="7688263" y="2736850"/>
          <p14:tracePt t="58649" x="7710488" y="2781300"/>
          <p14:tracePt t="58667" x="7751763" y="2825750"/>
          <p14:tracePt t="58686" x="7826375" y="2879725"/>
          <p14:tracePt t="58719" x="7880350" y="2911475"/>
          <p14:tracePt t="58720" x="7902575" y="2911475"/>
          <p14:tracePt t="58775" x="7894638" y="2889250"/>
          <p14:tracePt t="58794" x="7848600" y="2835275"/>
          <p14:tracePt t="58795" x="7848600" y="2825750"/>
          <p14:tracePt t="58795" x="7840663" y="2825750"/>
          <p14:tracePt t="58811" x="7796213" y="2759075"/>
          <p14:tracePt t="58834" x="7764463" y="2727325"/>
          <p14:tracePt t="58880" x="7773988" y="2727325"/>
          <p14:tracePt t="58895" x="7808913" y="2736850"/>
          <p14:tracePt t="58896" x="7818438" y="2751138"/>
          <p14:tracePt t="58898" x="7826375" y="2751138"/>
          <p14:tracePt t="58918" x="7991475" y="2835275"/>
          <p14:tracePt t="58919" x="8001000" y="2835275"/>
          <p14:tracePt t="58919" x="8001000" y="2847975"/>
          <p14:tracePt t="58920" x="8010525" y="2847975"/>
          <p14:tracePt t="58935" x="8183563" y="2978150"/>
          <p14:tracePt t="58953" x="8380413" y="3170238"/>
          <p14:tracePt t="58970" x="8488363" y="3344863"/>
          <p14:tracePt t="58970" x="8496300" y="3352800"/>
          <p14:tracePt t="58995" x="8550275" y="3559175"/>
          <p14:tracePt t="58996" x="8550275" y="3621088"/>
          <p14:tracePt t="58996" x="8550275" y="3633788"/>
          <p14:tracePt t="59013" x="8510588" y="3795713"/>
          <p14:tracePt t="59014" x="8510588" y="3808413"/>
          <p14:tracePt t="59030" x="8412163" y="3946525"/>
          <p14:tracePt t="59031" x="8412163" y="3956050"/>
          <p14:tracePt t="59032" x="8397875" y="3968750"/>
          <p14:tracePt t="59032" x="8397875" y="3978275"/>
          <p14:tracePt t="59033" x="8389938" y="3990975"/>
          <p14:tracePt t="59049" x="8237538" y="4130675"/>
          <p14:tracePt t="59050" x="8228013" y="4138613"/>
          <p14:tracePt t="59050" x="8205788" y="4160838"/>
          <p14:tracePt t="59067" x="7978775" y="4344988"/>
          <p14:tracePt t="59067" x="7956550" y="4357688"/>
          <p14:tracePt t="59068" x="7939088" y="4367213"/>
          <p14:tracePt t="59085" x="7720013" y="4527550"/>
          <p14:tracePt t="59104" x="7537450" y="4670425"/>
          <p14:tracePt t="59122" x="7527925" y="4670425"/>
          <p14:tracePt t="59123" x="7505700" y="4702175"/>
          <p14:tracePt t="59156" x="7513638" y="4702175"/>
          <p14:tracePt t="59170" x="7567613" y="4710113"/>
          <p14:tracePt t="59189" x="7581900" y="4710113"/>
          <p14:tracePt t="59190" x="7710488" y="4692650"/>
          <p14:tracePt t="59190" x="7720013" y="4692650"/>
          <p14:tracePt t="59211" x="7848600" y="4633913"/>
          <p14:tracePt t="59212" x="7939088" y="4581525"/>
          <p14:tracePt t="59228" x="8054975" y="4465638"/>
          <p14:tracePt t="59245" x="8062913" y="4451350"/>
          <p14:tracePt t="59246" x="8099425" y="4322763"/>
          <p14:tracePt t="59246" x="8099425" y="4313238"/>
          <p14:tracePt t="59263" x="8062913" y="4205288"/>
          <p14:tracePt t="59264" x="8062913" y="4192588"/>
          <p14:tracePt t="59264" x="8054975" y="4192588"/>
          <p14:tracePt t="59280" x="7991475" y="4098925"/>
          <p14:tracePt t="59281" x="7978775" y="4098925"/>
          <p14:tracePt t="59298" x="7840663" y="4010025"/>
          <p14:tracePt t="59298" x="7826375" y="4000500"/>
          <p14:tracePt t="59315" x="7589838" y="3916363"/>
          <p14:tracePt t="59316" x="7581900" y="3916363"/>
          <p14:tracePt t="59333" x="7291388" y="3894138"/>
          <p14:tracePt t="59334" x="7277100" y="3894138"/>
          <p14:tracePt t="59334" x="7269163" y="3894138"/>
          <p14:tracePt t="59335" x="7254875" y="3894138"/>
          <p14:tracePt t="59353" x="6826250" y="3916363"/>
          <p14:tracePt t="59354" x="6804025" y="3916363"/>
          <p14:tracePt t="59354" x="6781800" y="3916363"/>
          <p14:tracePt t="59370" x="6407150" y="3978275"/>
          <p14:tracePt t="59395" x="6072188" y="4044950"/>
          <p14:tracePt t="59396" x="5983288" y="4054475"/>
          <p14:tracePt t="59396" x="5965825" y="4062413"/>
          <p14:tracePt t="59411" x="5867400" y="4076700"/>
          <p14:tracePt t="59412" x="5853113" y="4076700"/>
          <p14:tracePt t="59431" x="5835650" y="4076700"/>
          <p14:tracePt t="59539" x="5822950" y="4076700"/>
          <p14:tracePt t="59554" x="5799138" y="4084638"/>
          <p14:tracePt t="59569" x="5759450" y="4108450"/>
          <p14:tracePt t="59570" x="5746750" y="4108450"/>
          <p14:tracePt t="59596" x="5683250" y="4175125"/>
          <p14:tracePt t="59596" x="5661025" y="4205288"/>
          <p14:tracePt t="59611" x="5638800" y="4281488"/>
          <p14:tracePt t="59632" x="5661025" y="4367213"/>
          <p14:tracePt t="59632" x="5670550" y="4367213"/>
          <p14:tracePt t="59649" x="5737225" y="4419600"/>
          <p14:tracePt t="59650" x="5746750" y="4433888"/>
          <p14:tracePt t="59669" x="5907088" y="4487863"/>
          <p14:tracePt t="59686" x="5919788" y="4487863"/>
          <p14:tracePt t="59687" x="6134100" y="4510088"/>
          <p14:tracePt t="59688" x="6156325" y="4510088"/>
          <p14:tracePt t="59691" x="6165850" y="4510088"/>
          <p14:tracePt t="59692" x="6210300" y="4510088"/>
          <p14:tracePt t="59692" x="6224588" y="4510088"/>
          <p14:tracePt t="59693" x="6242050" y="4510088"/>
          <p14:tracePt t="59716" x="6478588" y="4510088"/>
          <p14:tracePt t="59716" x="6643688" y="4495800"/>
          <p14:tracePt t="59731" x="6813550" y="4451350"/>
          <p14:tracePt t="59731" x="6826250" y="4451350"/>
          <p14:tracePt t="59747" x="6902450" y="4397375"/>
          <p14:tracePt t="59766" x="6919913" y="4322763"/>
          <p14:tracePt t="59785" x="6889750" y="4237038"/>
          <p14:tracePt t="59786" x="6889750" y="4227513"/>
          <p14:tracePt t="59801" x="6858000" y="4160838"/>
          <p14:tracePt t="59802" x="6848475" y="4152900"/>
          <p14:tracePt t="59826" x="6796088" y="4076700"/>
          <p14:tracePt t="59827" x="6781800" y="4062413"/>
          <p14:tracePt t="59842" x="6759575" y="4044950"/>
          <p14:tracePt t="59843" x="6759575" y="4032250"/>
          <p14:tracePt t="59861" x="6751638" y="4022725"/>
          <p14:tracePt t="59880" x="6727825" y="4000500"/>
          <p14:tracePt t="59881" x="6719888" y="4000500"/>
          <p14:tracePt t="59901" x="6665913" y="3956050"/>
          <p14:tracePt t="59921" x="6567488" y="3902075"/>
          <p14:tracePt t="59923" x="6554788" y="3894138"/>
          <p14:tracePt t="59923" x="6545263" y="3894138"/>
          <p14:tracePt t="59938" x="6469063" y="3862388"/>
          <p14:tracePt t="59945" x="6461125" y="3862388"/>
          <p14:tracePt t="59945" x="6424613" y="3848100"/>
          <p14:tracePt t="59964" x="6340475" y="3825875"/>
          <p14:tracePt t="59980" x="6318250" y="3825875"/>
          <p14:tracePt t="59997" x="6308725" y="3825875"/>
          <p14:tracePt t="60405" x="6308725" y="3817938"/>
          <p14:tracePt t="60406" x="6308725" y="3808413"/>
          <p14:tracePt t="60420" x="6318250" y="3773488"/>
          <p14:tracePt t="60444" x="6340475" y="3656013"/>
          <p14:tracePt t="60444" x="6348413" y="3611563"/>
          <p14:tracePt t="60460" x="6384925" y="3460750"/>
          <p14:tracePt t="60481" x="6424613" y="3352800"/>
          <p14:tracePt t="60482" x="6424613" y="3344863"/>
          <p14:tracePt t="60483" x="6424613" y="3330575"/>
          <p14:tracePt t="60498" x="6438900" y="3298825"/>
          <p14:tracePt t="60561" x="6446838" y="3308350"/>
          <p14:tracePt t="60584" x="6491288" y="3397250"/>
          <p14:tracePt t="60585" x="6545263" y="3505200"/>
          <p14:tracePt t="60585" x="6554788" y="3527425"/>
          <p14:tracePt t="60600" x="6705600" y="3817938"/>
          <p14:tracePt t="60601" x="6705600" y="3825875"/>
          <p14:tracePt t="60620" x="6835775" y="4076700"/>
          <p14:tracePt t="60621" x="6835775" y="4084638"/>
          <p14:tracePt t="60626" x="6848475" y="4098925"/>
          <p14:tracePt t="60626" x="6867525" y="4138613"/>
          <p14:tracePt t="60642" x="6911975" y="4214813"/>
          <p14:tracePt t="60643" x="6919913" y="4227513"/>
          <p14:tracePt t="60678" x="6942138" y="4251325"/>
          <p14:tracePt t="60722" x="6942138" y="4237038"/>
          <p14:tracePt t="60736" x="6942138" y="4227513"/>
          <p14:tracePt t="60760" x="6942138" y="4138613"/>
          <p14:tracePt t="60761" x="6934200" y="4108450"/>
          <p14:tracePt t="60761" x="6934200" y="4098925"/>
          <p14:tracePt t="60762" x="6934200" y="4084638"/>
          <p14:tracePt t="60777" x="6889750" y="4000500"/>
          <p14:tracePt t="60797" x="6858000" y="3956050"/>
          <p14:tracePt t="60798" x="6858000" y="3946525"/>
          <p14:tracePt t="60813" x="6848475" y="3938588"/>
          <p14:tracePt t="60830" x="6848475" y="3924300"/>
          <p14:tracePt t="61142" x="6848475" y="3916363"/>
          <p14:tracePt t="61171" x="6858000" y="3902075"/>
          <p14:tracePt t="61172" x="6880225" y="3894138"/>
          <p14:tracePt t="61173" x="6889750" y="3879850"/>
          <p14:tracePt t="61188" x="6902450" y="3870325"/>
          <p14:tracePt t="61194" x="6911975" y="3870325"/>
          <p14:tracePt t="61195" x="6919913" y="3870325"/>
          <p14:tracePt t="61212" x="6934200" y="3870325"/>
          <p14:tracePt t="61261" x="6934200" y="3879850"/>
          <p14:tracePt t="61278" x="6956425" y="3902075"/>
          <p14:tracePt t="61298" x="6965950" y="3916363"/>
          <p14:tracePt t="61315" x="6978650" y="3924300"/>
          <p14:tracePt t="61330" x="6988175" y="3938588"/>
          <p14:tracePt t="61348" x="6996113" y="3938588"/>
          <p14:tracePt t="61380" x="6988175" y="3946525"/>
          <p14:tracePt t="61381" x="6988175" y="3956050"/>
          <p14:tracePt t="61395" x="6988175" y="4010025"/>
          <p14:tracePt t="61412" x="7010400" y="4098925"/>
        </p14:tracePtLst>
      </p14:laserTraceLst>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1D2D77-E634-5F0B-6D27-BA882BD790E4}"/>
              </a:ext>
            </a:extLst>
          </p:cNvPr>
          <p:cNvSpPr txBox="1">
            <a:spLocks/>
          </p:cNvSpPr>
          <p:nvPr/>
        </p:nvSpPr>
        <p:spPr>
          <a:xfrm>
            <a:off x="601670" y="432129"/>
            <a:ext cx="8246070" cy="76352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3600" dirty="0">
                <a:solidFill>
                  <a:schemeClr val="accent6">
                    <a:lumMod val="60000"/>
                    <a:lumOff val="40000"/>
                  </a:schemeClr>
                </a:solidFill>
                <a:effectLst>
                  <a:outerShdw blurRad="50800" dist="38100" dir="2700000" algn="tl" rotWithShape="0">
                    <a:prstClr val="black">
                      <a:alpha val="40000"/>
                    </a:prstClr>
                  </a:outerShdw>
                </a:effectLst>
                <a:latin typeface="BM JUA OTF" panose="02020603020101020101" pitchFamily="18" charset="-127"/>
                <a:ea typeface="BM JUA OTF" panose="02020603020101020101" pitchFamily="18" charset="-127"/>
              </a:rPr>
              <a:t>Results</a:t>
            </a:r>
          </a:p>
        </p:txBody>
      </p:sp>
      <p:sp>
        <p:nvSpPr>
          <p:cNvPr id="4" name="TextBox 3">
            <a:extLst>
              <a:ext uri="{FF2B5EF4-FFF2-40B4-BE49-F238E27FC236}">
                <a16:creationId xmlns:a16="http://schemas.microsoft.com/office/drawing/2014/main" id="{4200DDAA-C6DF-0755-275A-AA843D9171A5}"/>
              </a:ext>
            </a:extLst>
          </p:cNvPr>
          <p:cNvSpPr txBox="1"/>
          <p:nvPr/>
        </p:nvSpPr>
        <p:spPr>
          <a:xfrm>
            <a:off x="2281425" y="2266340"/>
            <a:ext cx="4586990" cy="1754326"/>
          </a:xfrm>
          <a:prstGeom prst="rect">
            <a:avLst/>
          </a:prstGeom>
          <a:noFill/>
        </p:spPr>
        <p:txBody>
          <a:bodyPr wrap="square">
            <a:spAutoFit/>
          </a:bodyPr>
          <a:lstStyle/>
          <a:p>
            <a:endParaRPr lang="en-CN" dirty="0">
              <a:solidFill>
                <a:schemeClr val="accent6">
                  <a:lumMod val="50000"/>
                </a:schemeClr>
              </a:solidFill>
              <a:latin typeface="BM JUA OTF" panose="02020603020101020101" pitchFamily="18" charset="-127"/>
              <a:ea typeface="BM JUA OTF" panose="02020603020101020101" pitchFamily="18" charset="-127"/>
            </a:endParaRPr>
          </a:p>
          <a:p>
            <a:pPr marL="342900" indent="-342900">
              <a:buFont typeface="+mj-lt"/>
              <a:buAutoNum type="arabicPeriod"/>
            </a:pPr>
            <a:r>
              <a:rPr lang="en-CN" dirty="0">
                <a:solidFill>
                  <a:schemeClr val="accent6">
                    <a:lumMod val="50000"/>
                  </a:schemeClr>
                </a:solidFill>
                <a:latin typeface="BM JUA OTF" panose="02020603020101020101" pitchFamily="18" charset="-127"/>
                <a:ea typeface="BM JUA OTF" panose="02020603020101020101" pitchFamily="18" charset="-127"/>
              </a:rPr>
              <a:t>KNN (K nearest neighbors)</a:t>
            </a:r>
          </a:p>
          <a:p>
            <a:pPr marL="342900" indent="-342900">
              <a:buFont typeface="+mj-lt"/>
              <a:buAutoNum type="arabicPeriod"/>
            </a:pPr>
            <a:endParaRPr lang="en-CN" dirty="0">
              <a:solidFill>
                <a:schemeClr val="accent6">
                  <a:lumMod val="50000"/>
                </a:schemeClr>
              </a:solidFill>
              <a:latin typeface="BM JUA OTF" panose="02020603020101020101" pitchFamily="18" charset="-127"/>
              <a:ea typeface="BM JUA OTF" panose="02020603020101020101" pitchFamily="18" charset="-127"/>
            </a:endParaRPr>
          </a:p>
          <a:p>
            <a:pPr marL="342900" indent="-342900">
              <a:buFont typeface="+mj-lt"/>
              <a:buAutoNum type="arabicPeriod"/>
            </a:pPr>
            <a:r>
              <a:rPr lang="en-CN" dirty="0">
                <a:solidFill>
                  <a:schemeClr val="accent6">
                    <a:lumMod val="50000"/>
                  </a:schemeClr>
                </a:solidFill>
                <a:latin typeface="BM JUA OTF" panose="02020603020101020101" pitchFamily="18" charset="-127"/>
                <a:ea typeface="BM JUA OTF" panose="02020603020101020101" pitchFamily="18" charset="-127"/>
              </a:rPr>
              <a:t>Decis</a:t>
            </a:r>
            <a:r>
              <a:rPr lang="en-GB" dirty="0" err="1">
                <a:solidFill>
                  <a:schemeClr val="accent6">
                    <a:lumMod val="50000"/>
                  </a:schemeClr>
                </a:solidFill>
                <a:latin typeface="BM JUA OTF" panose="02020603020101020101" pitchFamily="18" charset="-127"/>
                <a:ea typeface="BM JUA OTF" panose="02020603020101020101" pitchFamily="18" charset="-127"/>
              </a:rPr>
              <a:t>i</a:t>
            </a:r>
            <a:r>
              <a:rPr lang="en-CN" dirty="0">
                <a:solidFill>
                  <a:schemeClr val="accent6">
                    <a:lumMod val="50000"/>
                  </a:schemeClr>
                </a:solidFill>
                <a:latin typeface="BM JUA OTF" panose="02020603020101020101" pitchFamily="18" charset="-127"/>
                <a:ea typeface="BM JUA OTF" panose="02020603020101020101" pitchFamily="18" charset="-127"/>
              </a:rPr>
              <a:t>on Tree</a:t>
            </a:r>
          </a:p>
          <a:p>
            <a:pPr marL="342900" indent="-342900">
              <a:buFont typeface="+mj-lt"/>
              <a:buAutoNum type="arabicPeriod"/>
            </a:pPr>
            <a:endParaRPr lang="en-CN" dirty="0">
              <a:solidFill>
                <a:schemeClr val="accent6">
                  <a:lumMod val="50000"/>
                </a:schemeClr>
              </a:solidFill>
              <a:latin typeface="BM JUA OTF" panose="02020603020101020101" pitchFamily="18" charset="-127"/>
              <a:ea typeface="BM JUA OTF" panose="02020603020101020101" pitchFamily="18" charset="-127"/>
            </a:endParaRPr>
          </a:p>
          <a:p>
            <a:pPr marL="342900" indent="-342900">
              <a:buFont typeface="+mj-lt"/>
              <a:buAutoNum type="arabicPeriod"/>
            </a:pPr>
            <a:r>
              <a:rPr lang="en-CN" dirty="0">
                <a:solidFill>
                  <a:schemeClr val="accent6">
                    <a:lumMod val="50000"/>
                  </a:schemeClr>
                </a:solidFill>
                <a:latin typeface="BM JUA OTF" panose="02020603020101020101" pitchFamily="18" charset="-127"/>
                <a:ea typeface="BM JUA OTF" panose="02020603020101020101" pitchFamily="18" charset="-127"/>
              </a:rPr>
              <a:t>Bagging Based on Decision Tree</a:t>
            </a:r>
          </a:p>
        </p:txBody>
      </p:sp>
    </p:spTree>
    <p:extLst>
      <p:ext uri="{BB962C8B-B14F-4D97-AF65-F5344CB8AC3E}">
        <p14:creationId xmlns:p14="http://schemas.microsoft.com/office/powerpoint/2010/main" val="957224897"/>
      </p:ext>
    </p:extLst>
  </p:cSld>
  <p:clrMapOvr>
    <a:masterClrMapping/>
  </p:clrMapOvr>
  <mc:AlternateContent xmlns:mc="http://schemas.openxmlformats.org/markup-compatibility/2006">
    <mc:Choice xmlns:p14="http://schemas.microsoft.com/office/powerpoint/2010/main" Requires="p14">
      <p:transition spd="slow" p14:dur="2000" advTm="28800"/>
    </mc:Choice>
    <mc:Fallback>
      <p:transition spd="slow" advTm="28800"/>
    </mc:Fallback>
  </mc:AlternateContent>
  <p:extLst>
    <p:ext uri="{3A86A75C-4F4B-4683-9AE1-C65F6400EC91}">
      <p14:laserTraceLst xmlns:p14="http://schemas.microsoft.com/office/powerpoint/2010/main">
        <p14:tracePtLst>
          <p14:tracePt t="273" x="7018338" y="4062413"/>
          <p14:tracePt t="287" x="7040563" y="4000500"/>
          <p14:tracePt t="312" x="7085013" y="3894138"/>
          <p14:tracePt t="312" x="7116763" y="3817938"/>
          <p14:tracePt t="313" x="7126288" y="3817938"/>
          <p14:tracePt t="313" x="7138988" y="3808413"/>
          <p14:tracePt t="329" x="7202488" y="3719513"/>
          <p14:tracePt t="330" x="7202488" y="3709988"/>
          <p14:tracePt t="355" x="7224713" y="3611563"/>
          <p14:tracePt t="355" x="7224713" y="3589338"/>
          <p14:tracePt t="356" x="7224713" y="3581400"/>
          <p14:tracePt t="373" x="7215188" y="3473450"/>
          <p14:tracePt t="390" x="7202488" y="3344863"/>
          <p14:tracePt t="391" x="7192963" y="3344863"/>
          <p14:tracePt t="407" x="7148513" y="3192463"/>
          <p14:tracePt t="426" x="7040563" y="3032125"/>
          <p14:tracePt t="426" x="7032625" y="3032125"/>
          <p14:tracePt t="442" x="6934200" y="2941638"/>
          <p14:tracePt t="442" x="6934200" y="2933700"/>
          <p14:tracePt t="458" x="6835775" y="2867025"/>
          <p14:tracePt t="459" x="6826250" y="2867025"/>
          <p14:tracePt t="475" x="6781800" y="2813050"/>
          <p14:tracePt t="493" x="6751638" y="2781300"/>
          <p14:tracePt t="494" x="6737350" y="2781300"/>
          <p14:tracePt t="513" x="6705600" y="2736850"/>
          <p14:tracePt t="514" x="6697663" y="2727325"/>
          <p14:tracePt t="534" x="6608763" y="2652713"/>
          <p14:tracePt t="535" x="6589713" y="2630488"/>
          <p14:tracePt t="553" x="6567488" y="2608263"/>
          <p14:tracePt t="554" x="6370638" y="2478088"/>
          <p14:tracePt t="569" x="6111875" y="2347913"/>
          <p14:tracePt t="580" x="6081713" y="2339975"/>
          <p14:tracePt t="581" x="5835650" y="2241550"/>
          <p14:tracePt t="581" x="5799138" y="2232025"/>
          <p14:tracePt t="596" x="5411788" y="2133600"/>
          <p14:tracePt t="602" x="5380038" y="2133600"/>
          <p14:tracePt t="603" x="5205413" y="2093913"/>
          <p14:tracePt t="620" x="4581525" y="1995488"/>
          <p14:tracePt t="620" x="4549775" y="1982788"/>
          <p14:tracePt t="634" x="4130675" y="1906588"/>
          <p14:tracePt t="659" x="3697288" y="1852613"/>
          <p14:tracePt t="660" x="3589338" y="1835150"/>
          <p14:tracePt t="675" x="3429000" y="1822450"/>
          <p14:tracePt t="675" x="3419475" y="1822450"/>
          <p14:tracePt t="692" x="3308350" y="1822450"/>
          <p14:tracePt t="710" x="3224213" y="1844675"/>
          <p14:tracePt t="711" x="3214688" y="1844675"/>
          <p14:tracePt t="729" x="3116263" y="1874838"/>
          <p14:tracePt t="748" x="2995613" y="1906588"/>
          <p14:tracePt t="749" x="2995613" y="1919288"/>
          <p14:tracePt t="750" x="2987675" y="1919288"/>
          <p14:tracePt t="767" x="2847975" y="1965325"/>
          <p14:tracePt t="768" x="2825750" y="1973263"/>
          <p14:tracePt t="789" x="2705100" y="2017713"/>
          <p14:tracePt t="790" x="2643188" y="2049463"/>
          <p14:tracePt t="807" x="2544763" y="2103438"/>
          <p14:tracePt t="808" x="2544763" y="2111375"/>
          <p14:tracePt t="826" x="2490788" y="2155825"/>
          <p14:tracePt t="844" x="2446338" y="2209800"/>
          <p14:tracePt t="845" x="2446338" y="2224088"/>
          <p14:tracePt t="862" x="2416175" y="2286000"/>
          <p14:tracePt t="881" x="2393950" y="2362200"/>
          <p14:tracePt t="885" x="2393950" y="2370138"/>
          <p14:tracePt t="886" x="2384425" y="2384425"/>
          <p14:tracePt t="886" x="2384425" y="2393950"/>
          <p14:tracePt t="901" x="2384425" y="2478088"/>
          <p14:tracePt t="920" x="2416175" y="2643188"/>
          <p14:tracePt t="921" x="2424113" y="2652713"/>
          <p14:tracePt t="938" x="2490788" y="2803525"/>
          <p14:tracePt t="939" x="2490788" y="2825750"/>
          <p14:tracePt t="939" x="2500313" y="2835275"/>
          <p14:tracePt t="956" x="2608263" y="3017838"/>
          <p14:tracePt t="973" x="2608263" y="3032125"/>
          <p14:tracePt t="974" x="2773363" y="3214688"/>
          <p14:tracePt t="974" x="2781300" y="3236913"/>
          <p14:tracePt t="990" x="2941638" y="3352800"/>
          <p14:tracePt t="1007" x="3160713" y="3460750"/>
          <p14:tracePt t="1008" x="3170238" y="3460750"/>
          <p14:tracePt t="1023" x="3367088" y="3505200"/>
          <p14:tracePt t="1024" x="3384550" y="3513138"/>
          <p14:tracePt t="1025" x="3406775" y="3513138"/>
          <p14:tracePt t="1040" x="3419475" y="3513138"/>
          <p14:tracePt t="1041" x="3611563" y="3527425"/>
          <p14:tracePt t="1042" x="3633788" y="3536950"/>
          <p14:tracePt t="1057" x="3643313" y="3536950"/>
          <p14:tracePt t="1057" x="3795713" y="3536950"/>
          <p14:tracePt t="1058" x="3808413" y="3536950"/>
          <p14:tracePt t="1059" x="3817938" y="3536950"/>
          <p14:tracePt t="1060" x="3840163" y="3536950"/>
          <p14:tracePt t="1076" x="3978275" y="3527425"/>
          <p14:tracePt t="1092" x="4054475" y="3527425"/>
          <p14:tracePt t="1111" x="4076700" y="3513138"/>
          <p14:tracePt t="1241" x="4084638" y="3513138"/>
          <p14:tracePt t="1242" x="4098925" y="3513138"/>
          <p14:tracePt t="1255" x="4108450" y="3505200"/>
          <p14:tracePt t="1256" x="4121150" y="3505200"/>
          <p14:tracePt t="1271" x="4138613" y="3490913"/>
          <p14:tracePt t="1288" x="4160838" y="3482975"/>
          <p14:tracePt t="1308" x="4183063" y="3473450"/>
          <p14:tracePt t="1308" x="4183063" y="3460750"/>
          <p14:tracePt t="1324" x="4192588" y="3438525"/>
          <p14:tracePt t="1325" x="4205288" y="3438525"/>
          <p14:tracePt t="1343" x="4227513" y="3367088"/>
          <p14:tracePt t="1345" x="4227513" y="3352800"/>
          <p14:tracePt t="1360" x="4214813" y="3214688"/>
          <p14:tracePt t="1360" x="4214813" y="3201988"/>
          <p14:tracePt t="1377" x="4138613" y="2978150"/>
          <p14:tracePt t="1393" x="4000500" y="2719388"/>
          <p14:tracePt t="1394" x="3990975" y="2697163"/>
          <p14:tracePt t="1395" x="3968750" y="2674938"/>
          <p14:tracePt t="1396" x="3956050" y="2665413"/>
          <p14:tracePt t="1412" x="3719513" y="2438400"/>
          <p14:tracePt t="1413" x="3719513" y="2424113"/>
          <p14:tracePt t="1413" x="3697288" y="2416175"/>
          <p14:tracePt t="1430" x="3419475" y="2254250"/>
          <p14:tracePt t="1430" x="3406775" y="2241550"/>
          <p14:tracePt t="1456" x="3049588" y="2155825"/>
          <p14:tracePt t="1457" x="2919413" y="2133600"/>
          <p14:tracePt t="1457" x="2901950" y="2133600"/>
          <p14:tracePt t="1472" x="2620963" y="2125663"/>
          <p14:tracePt t="1488" x="2370138" y="2147888"/>
          <p14:tracePt t="1489" x="2362200" y="2147888"/>
          <p14:tracePt t="1490" x="2339975" y="2155825"/>
          <p14:tracePt t="1510" x="2125663" y="2201863"/>
          <p14:tracePt t="1510" x="2071688" y="2224088"/>
          <p14:tracePt t="1511" x="2058988" y="2224088"/>
          <p14:tracePt t="1511" x="2049463" y="2232025"/>
          <p14:tracePt t="1527" x="1919288" y="2286000"/>
          <p14:tracePt t="1527" x="1919288" y="2295525"/>
          <p14:tracePt t="1544" x="1812925" y="2370138"/>
          <p14:tracePt t="1544" x="1798638" y="2384425"/>
          <p14:tracePt t="1561" x="1714500" y="2500313"/>
          <p14:tracePt t="1563" x="1704975" y="2536825"/>
          <p14:tracePt t="1563" x="1704975" y="2544763"/>
          <p14:tracePt t="1579" x="1670050" y="2719388"/>
          <p14:tracePt t="1580" x="1670050" y="2727325"/>
          <p14:tracePt t="1580" x="1670050" y="2751138"/>
          <p14:tracePt t="1596" x="1692275" y="2919413"/>
          <p14:tracePt t="1597" x="1692275" y="2941638"/>
          <p14:tracePt t="1615" x="1798638" y="3192463"/>
          <p14:tracePt t="1620" x="1812925" y="3201988"/>
          <p14:tracePt t="1620" x="1866900" y="3276600"/>
          <p14:tracePt t="1621" x="1874838" y="3290888"/>
          <p14:tracePt t="1636" x="1874838" y="3298825"/>
          <p14:tracePt t="1637" x="2081213" y="3460750"/>
          <p14:tracePt t="1637" x="2093913" y="3473450"/>
          <p14:tracePt t="1655" x="2406650" y="3581400"/>
          <p14:tracePt t="1671" x="2424113" y="3589338"/>
          <p14:tracePt t="1672" x="2759075" y="3633788"/>
          <p14:tracePt t="1673" x="2795588" y="3633788"/>
          <p14:tracePt t="1673" x="2825750" y="3633788"/>
          <p14:tracePt t="1689" x="3192463" y="3633788"/>
          <p14:tracePt t="1689" x="3214688" y="3633788"/>
          <p14:tracePt t="1706" x="3536950" y="3581400"/>
          <p14:tracePt t="1722" x="3656013" y="3513138"/>
          <p14:tracePt t="1723" x="3679825" y="3513138"/>
          <p14:tracePt t="1739" x="3679825" y="3505200"/>
          <p14:tracePt t="1739" x="3697288" y="3429000"/>
          <p14:tracePt t="1740" x="3697288" y="3419475"/>
          <p14:tracePt t="1740" x="3697288" y="3406775"/>
          <p14:tracePt t="1756" x="3656013" y="3254375"/>
          <p14:tracePt t="1776" x="3473450" y="2965450"/>
          <p14:tracePt t="1777" x="3384550" y="2867025"/>
          <p14:tracePt t="1792" x="3148013" y="2665413"/>
          <p14:tracePt t="1793" x="3125788" y="2643188"/>
          <p14:tracePt t="1809" x="2773363" y="2513013"/>
          <p14:tracePt t="1826" x="2317750" y="2478088"/>
          <p14:tracePt t="1843" x="1951038" y="2513013"/>
          <p14:tracePt t="1862" x="1682750" y="2630488"/>
          <p14:tracePt t="1863" x="1682750" y="2643188"/>
          <p14:tracePt t="1863" x="1670050" y="2643188"/>
          <p14:tracePt t="1879" x="1608138" y="2751138"/>
          <p14:tracePt t="1880" x="1608138" y="2759075"/>
          <p14:tracePt t="1895" x="1608138" y="2889250"/>
          <p14:tracePt t="1896" x="1608138" y="2901950"/>
          <p14:tracePt t="1913" x="1692275" y="3040063"/>
          <p14:tracePt t="1914" x="1692275" y="3049588"/>
          <p14:tracePt t="1915" x="1704975" y="3062288"/>
          <p14:tracePt t="1934" x="1724025" y="3084513"/>
          <p14:tracePt t="1935" x="1844675" y="3179763"/>
          <p14:tracePt t="1935" x="1852613" y="3192463"/>
          <p14:tracePt t="1951" x="1941513" y="3236913"/>
          <p14:tracePt t="1952" x="1951038" y="3236913"/>
          <p14:tracePt t="1953" x="1951038" y="3246438"/>
          <p14:tracePt t="1955" x="1965325" y="3246438"/>
          <p14:tracePt t="1972" x="1995488" y="3254375"/>
          <p14:tracePt t="2079" x="1982788" y="3254375"/>
          <p14:tracePt t="2093" x="1973263" y="3254375"/>
          <p14:tracePt t="2109" x="1951038" y="3254375"/>
          <p14:tracePt t="2125" x="1919288" y="3276600"/>
          <p14:tracePt t="2126" x="1919288" y="3290888"/>
          <p14:tracePt t="2145" x="1874838" y="3375025"/>
          <p14:tracePt t="2146" x="1874838" y="3384550"/>
          <p14:tracePt t="2146" x="1874838" y="3397250"/>
          <p14:tracePt t="2161" x="1866900" y="3482975"/>
          <p14:tracePt t="2162" x="1866900" y="3490913"/>
          <p14:tracePt t="2179" x="1889125" y="3643313"/>
          <p14:tracePt t="2196" x="1951038" y="3732213"/>
          <p14:tracePt t="2197" x="1965325" y="3741738"/>
          <p14:tracePt t="2214" x="2103438" y="3795713"/>
          <p14:tracePt t="2231" x="2276475" y="3795713"/>
          <p14:tracePt t="2255" x="2286000" y="3795713"/>
          <p14:tracePt t="2256" x="2536825" y="3697288"/>
          <p14:tracePt t="2257" x="2544763" y="3697288"/>
          <p14:tracePt t="2272" x="2554288" y="3687763"/>
          <p14:tracePt t="2273" x="2643188" y="3603625"/>
          <p14:tracePt t="2274" x="2652713" y="3603625"/>
          <p14:tracePt t="2275" x="2652713" y="3589338"/>
          <p14:tracePt t="2276" x="2652713" y="3581400"/>
          <p14:tracePt t="2276" x="2665413" y="3567113"/>
          <p14:tracePt t="2291" x="2682875" y="3473450"/>
          <p14:tracePt t="2292" x="2682875" y="3460750"/>
          <p14:tracePt t="2293" x="2682875" y="3451225"/>
          <p14:tracePt t="2311" x="2665413" y="3308350"/>
          <p14:tracePt t="2312" x="2665413" y="3298825"/>
          <p14:tracePt t="2328" x="2608263" y="3236913"/>
          <p14:tracePt t="2329" x="2608263" y="3224213"/>
          <p14:tracePt t="2330" x="2598738" y="3224213"/>
          <p14:tracePt t="2350" x="2598738" y="3214688"/>
          <p14:tracePt t="2350" x="2544763" y="3179763"/>
          <p14:tracePt t="2386" x="2522538" y="3170238"/>
          <p14:tracePt t="2433" x="2522538" y="3148013"/>
          <p14:tracePt t="2452" x="2522538" y="3108325"/>
          <p14:tracePt t="2453" x="2536825" y="3108325"/>
          <p14:tracePt t="2454" x="2536825" y="3094038"/>
          <p14:tracePt t="2476" x="2544763" y="3049588"/>
          <p14:tracePt t="2477" x="2554288" y="3009900"/>
          <p14:tracePt t="2494" x="2589213" y="2919413"/>
          <p14:tracePt t="2495" x="2589213" y="2911475"/>
          <p14:tracePt t="2513" x="2643188" y="2825750"/>
          <p14:tracePt t="2514" x="2643188" y="2813050"/>
          <p14:tracePt t="2535" x="2705100" y="2751138"/>
          <p14:tracePt t="2536" x="2727325" y="2736850"/>
          <p14:tracePt t="2553" x="2781300" y="2705100"/>
          <p14:tracePt t="2573" x="2835275" y="2682875"/>
          <p14:tracePt t="2574" x="2847975" y="2682875"/>
          <p14:tracePt t="2590" x="2867025" y="2665413"/>
          <p14:tracePt t="2606" x="2901950" y="2643188"/>
          <p14:tracePt t="2607" x="2911475" y="2643188"/>
          <p14:tracePt t="2626" x="2941638" y="2598738"/>
          <p14:tracePt t="2627" x="2941638" y="2589213"/>
          <p14:tracePt t="2645" x="2978150" y="2554288"/>
          <p14:tracePt t="2646" x="2987675" y="2554288"/>
          <p14:tracePt t="2661" x="3009900" y="2536825"/>
          <p14:tracePt t="2687" x="3049588" y="2522538"/>
          <p14:tracePt t="2687" x="3049588" y="2513013"/>
          <p14:tracePt t="2704" x="3108325" y="2513013"/>
          <p14:tracePt t="2721" x="3160713" y="2513013"/>
          <p14:tracePt t="2736" x="3246438" y="2522538"/>
          <p14:tracePt t="2737" x="3254375" y="2522538"/>
          <p14:tracePt t="2738" x="3268663" y="2522538"/>
          <p14:tracePt t="2753" x="3375025" y="2554288"/>
          <p14:tracePt t="2755" x="3384550" y="2554288"/>
          <p14:tracePt t="2771" x="3490913" y="2576513"/>
          <p14:tracePt t="2790" x="3581400" y="2598738"/>
          <p14:tracePt t="2806" x="3611563" y="2608263"/>
          <p14:tracePt t="2863" x="3589338" y="2608263"/>
          <p14:tracePt t="2877" x="3559175" y="2598738"/>
          <p14:tracePt t="2893" x="3473450" y="2566988"/>
          <p14:tracePt t="2894" x="3460750" y="2566988"/>
          <p14:tracePt t="2894" x="3451225" y="2566988"/>
          <p14:tracePt t="2911" x="3308350" y="2522538"/>
          <p14:tracePt t="2911" x="3298825" y="2522538"/>
          <p14:tracePt t="2927" x="3170238" y="2500313"/>
          <p14:tracePt t="2928" x="3160713" y="2490788"/>
          <p14:tracePt t="2945" x="3108325" y="2478088"/>
          <p14:tracePt t="2995" x="3108325" y="2490788"/>
          <p14:tracePt t="3014" x="3084513" y="2536825"/>
          <p14:tracePt t="3029" x="3062288" y="2576513"/>
          <p14:tracePt t="3064" x="3040063" y="2643188"/>
          <p14:tracePt t="3065" x="3032125" y="2697163"/>
          <p14:tracePt t="3065" x="3032125" y="2705100"/>
          <p14:tracePt t="3080" x="3032125" y="2736850"/>
          <p14:tracePt t="3087" x="3040063" y="2759075"/>
          <p14:tracePt t="3111" x="3049588" y="2781300"/>
          <p14:tracePt t="3112" x="3084513" y="2803525"/>
          <p14:tracePt t="3112" x="3094038" y="2813050"/>
          <p14:tracePt t="3130" x="3125788" y="2835275"/>
          <p14:tracePt t="3131" x="3138488" y="2847975"/>
          <p14:tracePt t="3149" x="3148013" y="2847975"/>
          <p14:tracePt t="3150" x="3179763" y="2867025"/>
          <p14:tracePt t="3184" x="3201988" y="2867025"/>
          <p14:tracePt t="3216" x="3201988" y="2857500"/>
          <p14:tracePt t="3230" x="3192463" y="2857500"/>
          <p14:tracePt t="3265" x="3160713" y="2835275"/>
          <p14:tracePt t="3266" x="3108325" y="2813050"/>
          <p14:tracePt t="3283" x="3032125" y="2781300"/>
          <p14:tracePt t="3298" x="2978150" y="2759075"/>
          <p14:tracePt t="3317" x="2941638" y="2751138"/>
          <p14:tracePt t="3331" x="2933700" y="2751138"/>
          <p14:tracePt t="3351" x="2919413" y="2751138"/>
          <p14:tracePt t="3372" x="2911475" y="2751138"/>
          <p14:tracePt t="3373" x="2901950" y="2751138"/>
          <p14:tracePt t="3402" x="2889250" y="2751138"/>
          <p14:tracePt t="4316" x="2901950" y="2773363"/>
          <p14:tracePt t="4335" x="2911475" y="2825750"/>
          <p14:tracePt t="4336" x="2919413" y="2835275"/>
          <p14:tracePt t="4337" x="2919413" y="2847975"/>
          <p14:tracePt t="4355" x="2933700" y="2919413"/>
          <p14:tracePt t="4356" x="2941638" y="2919413"/>
          <p14:tracePt t="4356" x="2941638" y="2933700"/>
          <p14:tracePt t="4371" x="2955925" y="3017838"/>
          <p14:tracePt t="4388" x="2987675" y="3125788"/>
          <p14:tracePt t="4408" x="3017838" y="3224213"/>
          <p14:tracePt t="4409" x="3017838" y="3236913"/>
          <p14:tracePt t="4410" x="3017838" y="3246438"/>
          <p14:tracePt t="4425" x="3049588" y="3298825"/>
          <p14:tracePt t="4445" x="3071813" y="3308350"/>
          <p14:tracePt t="4478" x="3084513" y="3308350"/>
          <p14:tracePt t="4512" x="3094038" y="3308350"/>
          <p14:tracePt t="4634" x="3108325" y="3308350"/>
          <p14:tracePt t="5584" x="3108325" y="3322638"/>
          <p14:tracePt t="5585" x="3094038" y="3344863"/>
          <p14:tracePt t="5585" x="3084513" y="3344863"/>
          <p14:tracePt t="5598" x="3071813" y="3384550"/>
          <p14:tracePt t="5617" x="3017838" y="3473450"/>
          <p14:tracePt t="5618" x="3009900" y="3482975"/>
          <p14:tracePt t="5643" x="2978150" y="3559175"/>
          <p14:tracePt t="5644" x="2955925" y="3581400"/>
          <p14:tracePt t="5658" x="2955925" y="3589338"/>
          <p14:tracePt t="5659" x="2941638" y="3611563"/>
          <p14:tracePt t="5676" x="2941638" y="3621088"/>
          <p14:tracePt t="5809" x="2955925" y="3643313"/>
          <p14:tracePt t="5825" x="2965450" y="3687763"/>
          <p14:tracePt t="5845" x="2987675" y="3719513"/>
          <p14:tracePt t="5860" x="2987675" y="3732213"/>
          <p14:tracePt t="5891" x="2995613" y="3741738"/>
          <p14:tracePt t="6591" x="3009900" y="3741738"/>
          <p14:tracePt t="6605" x="3017838" y="3741738"/>
          <p14:tracePt t="6621" x="3032125" y="3741738"/>
          <p14:tracePt t="6787" x="3032125" y="3751263"/>
          <p14:tracePt t="6825" x="3032125" y="3763963"/>
          <p14:tracePt t="8548" x="3032125" y="3751263"/>
          <p14:tracePt t="8641" x="3017838" y="3751263"/>
          <p14:tracePt t="8655" x="3017838" y="3763963"/>
          <p14:tracePt t="8671" x="3009900" y="3763963"/>
          <p14:tracePt t="9507" x="3009900" y="3751263"/>
          <p14:tracePt t="9520" x="3017838" y="3732213"/>
          <p14:tracePt t="9536" x="3032125" y="3665538"/>
          <p14:tracePt t="9537" x="3032125" y="3656013"/>
          <p14:tracePt t="9538" x="3032125" y="3643313"/>
          <p14:tracePt t="9554" x="3017838" y="3589338"/>
          <p14:tracePt t="9554" x="3017838" y="3581400"/>
          <p14:tracePt t="9572" x="3009900" y="3513138"/>
          <p14:tracePt t="9573" x="2995613" y="3505200"/>
          <p14:tracePt t="9575" x="2995613" y="3490913"/>
          <p14:tracePt t="9590" x="2978150" y="3419475"/>
          <p14:tracePt t="9613" x="2919413" y="3298825"/>
          <p14:tracePt t="9628" x="2867025" y="3201988"/>
          <p14:tracePt t="9629" x="2867025" y="3192463"/>
          <p14:tracePt t="9630" x="2857500" y="3179763"/>
          <p14:tracePt t="9648" x="2803525" y="3084513"/>
          <p14:tracePt t="9674" x="2751138" y="3009900"/>
          <p14:tracePt t="9675" x="2727325" y="2965450"/>
          <p14:tracePt t="9694" x="2719388" y="2919413"/>
          <p14:tracePt t="9695" x="2719388" y="2911475"/>
          <p14:tracePt t="9713" x="2697163" y="2879725"/>
          <p14:tracePt t="9714" x="2697163" y="2867025"/>
          <p14:tracePt t="9729" x="2697163" y="2857500"/>
          <p14:tracePt t="9778" x="2682875" y="2857500"/>
          <p14:tracePt t="9796" x="2682875" y="2901950"/>
          <p14:tracePt t="9812" x="2736850" y="3040063"/>
          <p14:tracePt t="9812" x="2736850" y="3049588"/>
          <p14:tracePt t="9828" x="2889250" y="3352800"/>
          <p14:tracePt t="9830" x="2911475" y="3397250"/>
          <p14:tracePt t="9847" x="3170238" y="3741738"/>
          <p14:tracePt t="9864" x="3419475" y="3968750"/>
          <p14:tracePt t="9864" x="3429000" y="3978275"/>
          <p14:tracePt t="9889" x="3665538" y="4076700"/>
          <p14:tracePt t="9889" x="3751263" y="4076700"/>
          <p14:tracePt t="9905" x="3894138" y="4062413"/>
          <p14:tracePt t="9926" x="3990975" y="4010025"/>
          <p14:tracePt t="9926" x="4022725" y="3990975"/>
          <p14:tracePt t="9942" x="4054475" y="3938588"/>
          <p14:tracePt t="9943" x="4054475" y="3924300"/>
          <p14:tracePt t="9960" x="4076700" y="3879850"/>
          <p14:tracePt t="9980" x="4084638" y="3825875"/>
          <p14:tracePt t="9980" x="4084638" y="3817938"/>
          <p14:tracePt t="9997" x="4108450" y="3773488"/>
          <p14:tracePt t="10018" x="4130675" y="3732213"/>
          <p14:tracePt t="10034" x="4183063" y="3709988"/>
          <p14:tracePt t="10034" x="4192588" y="3709988"/>
          <p14:tracePt t="10052" x="4322763" y="3687763"/>
          <p14:tracePt t="10059" x="4397375" y="3665538"/>
          <p14:tracePt t="10060" x="4419600" y="3665538"/>
          <p14:tracePt t="10075" x="4633913" y="3633788"/>
          <p14:tracePt t="10093" x="4951413" y="3603625"/>
          <p14:tracePt t="10112" x="5456238" y="3567113"/>
          <p14:tracePt t="10112" x="5465763" y="3567113"/>
          <p14:tracePt t="10128" x="5897563" y="3567113"/>
          <p14:tracePt t="10129" x="5929313" y="3567113"/>
          <p14:tracePt t="10130" x="5965825" y="3567113"/>
          <p14:tracePt t="10131" x="6037263" y="3581400"/>
          <p14:tracePt t="10147" x="6461125" y="3603625"/>
          <p14:tracePt t="10148" x="6491288" y="3603625"/>
          <p14:tracePt t="10149" x="6500813" y="3611563"/>
          <p14:tracePt t="10164" x="6813550" y="3643313"/>
          <p14:tracePt t="10171" x="6835775" y="3643313"/>
          <p14:tracePt t="10173" x="6934200" y="3656013"/>
          <p14:tracePt t="10174" x="6965950" y="3665538"/>
          <p14:tracePt t="10189" x="6988175" y="3665538"/>
          <p14:tracePt t="10189" x="7138988" y="3687763"/>
          <p14:tracePt t="10208" x="7299325" y="3709988"/>
          <p14:tracePt t="10209" x="7308850" y="3709988"/>
          <p14:tracePt t="10227" x="7345363" y="3709988"/>
          <p14:tracePt t="10258" x="7345363" y="3719513"/>
          <p14:tracePt t="10272" x="7323138" y="3763963"/>
          <p14:tracePt t="10274" x="7308850" y="3773488"/>
          <p14:tracePt t="10274" x="7308850" y="3786188"/>
          <p14:tracePt t="10289" x="7299325" y="3870325"/>
          <p14:tracePt t="10290" x="7299325" y="3879850"/>
          <p14:tracePt t="10310" x="7345363" y="4022725"/>
          <p14:tracePt t="10328" x="7397750" y="4062413"/>
          <p14:tracePt t="10329" x="7407275" y="4062413"/>
          <p14:tracePt t="10330" x="7407275" y="4076700"/>
          <p14:tracePt t="10348" x="7537450" y="4108450"/>
          <p14:tracePt t="10349" x="7550150" y="4121150"/>
          <p14:tracePt t="10364" x="7773988" y="4160838"/>
          <p14:tracePt t="10364" x="7786688" y="4160838"/>
          <p14:tracePt t="10388" x="8281988" y="4205288"/>
          <p14:tracePt t="10389" x="8466138" y="4205288"/>
          <p14:tracePt t="10389" x="8496300" y="4205288"/>
          <p14:tracePt t="10408" x="9013825" y="4205288"/>
          <p14:tracePt t="16105" x="9059863" y="3451225"/>
          <p14:tracePt t="16105" x="8929688" y="3451225"/>
          <p14:tracePt t="16108" x="8786813" y="3429000"/>
          <p14:tracePt t="16110" x="8710613" y="3419475"/>
          <p14:tracePt t="16110" x="8702675" y="3419475"/>
          <p14:tracePt t="16111" x="8634413" y="3419475"/>
          <p14:tracePt t="16115" x="8572500" y="3406775"/>
          <p14:tracePt t="16121" x="8313738" y="3384550"/>
          <p14:tracePt t="16123" x="7826375" y="3344863"/>
          <p14:tracePt t="16124" x="7710488" y="3330575"/>
          <p14:tracePt t="16124" x="7634288" y="3308350"/>
          <p14:tracePt t="16129" x="7429500" y="3298825"/>
          <p14:tracePt t="16129" x="7375525" y="3290888"/>
          <p14:tracePt t="16132" x="7215188" y="3268663"/>
          <p14:tracePt t="16148" x="6567488" y="3214688"/>
          <p14:tracePt t="16148" x="6491288" y="3214688"/>
          <p14:tracePt t="16149" x="6469063" y="3214688"/>
          <p14:tracePt t="16151" x="6446838" y="3201988"/>
          <p14:tracePt t="16151" x="6407150" y="3201988"/>
          <p14:tracePt t="16152" x="6384925" y="3201988"/>
          <p14:tracePt t="16154" x="6348413" y="3201988"/>
          <p14:tracePt t="16155" x="6308725" y="3201988"/>
          <p14:tracePt t="16155" x="6286500" y="3192463"/>
          <p14:tracePt t="16158" x="6224588" y="3192463"/>
          <p14:tracePt t="16167" x="6202363" y="3192463"/>
          <p14:tracePt t="16168" x="6081713" y="3192463"/>
          <p14:tracePt t="16169" x="6059488" y="3192463"/>
          <p14:tracePt t="16170" x="6037263" y="3192463"/>
          <p14:tracePt t="16170" x="6027738" y="3192463"/>
          <p14:tracePt t="16173" x="6005513" y="3192463"/>
          <p14:tracePt t="16174" x="5995988" y="3192463"/>
          <p14:tracePt t="16174" x="5983288" y="3192463"/>
          <p14:tracePt t="16184" x="5973763" y="3192463"/>
          <p14:tracePt t="16185" x="5919788" y="3192463"/>
          <p14:tracePt t="16186" x="5907088" y="3192463"/>
          <p14:tracePt t="16189" x="5897563" y="3192463"/>
          <p14:tracePt t="16201" x="5867400" y="3192463"/>
          <p14:tracePt t="16205" x="5853113" y="3192463"/>
          <p14:tracePt t="16218" x="5845175" y="3179763"/>
          <p14:tracePt t="16221" x="5835650" y="3179763"/>
          <p14:tracePt t="16357" x="5822950" y="3179763"/>
          <p14:tracePt t="16384" x="5813425" y="3179763"/>
          <p14:tracePt t="16397" x="5799138" y="3179763"/>
          <p14:tracePt t="16934" x="5791200" y="3179763"/>
          <p14:tracePt t="16973" x="5608638" y="3125788"/>
          <p14:tracePt t="16974" x="5584825" y="3125788"/>
          <p14:tracePt t="16995" x="5446713" y="3094038"/>
          <p14:tracePt t="16996" x="5370513" y="3094038"/>
          <p14:tracePt t="17011" x="5165725" y="3071813"/>
          <p14:tracePt t="17012" x="5153025" y="3062288"/>
          <p14:tracePt t="17028" x="5133975" y="3062288"/>
          <p14:tracePt t="17028" x="4894263" y="3049588"/>
          <p14:tracePt t="17042" x="4670425" y="3062288"/>
          <p14:tracePt t="17043" x="4648200" y="3062288"/>
          <p14:tracePt t="17044" x="4633913" y="3062288"/>
          <p14:tracePt t="17060" x="4379913" y="3084513"/>
          <p14:tracePt t="17079" x="4098925" y="3084513"/>
          <p14:tracePt t="17080" x="4084638" y="3084513"/>
          <p14:tracePt t="17080" x="4062413" y="3084513"/>
          <p14:tracePt t="17097" x="3870325" y="3084513"/>
          <p14:tracePt t="17098" x="3862388" y="3084513"/>
          <p14:tracePt t="17098" x="3848100" y="3084513"/>
          <p14:tracePt t="17114" x="3656013" y="3084513"/>
          <p14:tracePt t="17115" x="3643313" y="3084513"/>
          <p14:tracePt t="17119" x="3633788" y="3084513"/>
          <p14:tracePt t="17133" x="3581400" y="3084513"/>
          <p14:tracePt t="17134" x="3384550" y="3084513"/>
          <p14:tracePt t="17134" x="3375025" y="3084513"/>
          <p14:tracePt t="17154" x="3201988" y="3084513"/>
          <p14:tracePt t="17155" x="3125788" y="3084513"/>
          <p14:tracePt t="17156" x="3116263" y="3084513"/>
          <p14:tracePt t="17156" x="3108325" y="3084513"/>
          <p14:tracePt t="17171" x="2955925" y="3084513"/>
          <p14:tracePt t="17172" x="2941638" y="3084513"/>
          <p14:tracePt t="17188" x="2773363" y="3108325"/>
          <p14:tracePt t="17189" x="2759075" y="3108325"/>
          <p14:tracePt t="17206" x="2751138" y="3108325"/>
          <p14:tracePt t="17207" x="2598738" y="3125788"/>
          <p14:tracePt t="17208" x="2589213" y="3125788"/>
          <p14:tracePt t="17224" x="2513013" y="3170238"/>
          <p14:tracePt t="17225" x="2513013" y="3179763"/>
          <p14:tracePt t="17226" x="2500313" y="3179763"/>
          <p14:tracePt t="17243" x="2490788" y="3224213"/>
          <p14:tracePt t="17244" x="2490788" y="3236913"/>
          <p14:tracePt t="17265" x="2536825" y="3276600"/>
          <p14:tracePt t="17267" x="2544763" y="3276600"/>
          <p14:tracePt t="17284" x="2643188" y="3298825"/>
          <p14:tracePt t="17285" x="2652713" y="3298825"/>
          <p14:tracePt t="17307" x="2773363" y="3308350"/>
          <p14:tracePt t="17308" x="2847975" y="3308350"/>
          <p14:tracePt t="17308" x="2857500" y="3308350"/>
          <p14:tracePt t="17324" x="2987675" y="3290888"/>
          <p14:tracePt t="17325" x="2995613" y="3290888"/>
          <p14:tracePt t="17343" x="3160713" y="3246438"/>
          <p14:tracePt t="17343" x="3170238" y="3246438"/>
          <p14:tracePt t="17360" x="3276600" y="3201988"/>
          <p14:tracePt t="17361" x="3290888" y="3201988"/>
          <p14:tracePt t="17362" x="3290888" y="3192463"/>
          <p14:tracePt t="17363" x="3298825" y="3192463"/>
          <p14:tracePt t="17378" x="3367088" y="3138488"/>
          <p14:tracePt t="17398" x="3384550" y="3071813"/>
          <p14:tracePt t="17414" x="3367088" y="2995613"/>
          <p14:tracePt t="17432" x="3276600" y="2911475"/>
          <p14:tracePt t="17454" x="3192463" y="2857500"/>
          <p14:tracePt t="17455" x="3170238" y="2847975"/>
          <p14:tracePt t="17456" x="3160713" y="2847975"/>
          <p14:tracePt t="17475" x="3084513" y="2835275"/>
          <p14:tracePt t="17490" x="3062288" y="2825750"/>
          <p14:tracePt t="17491" x="3049588" y="2825750"/>
          <p14:tracePt t="17510" x="3040063" y="2803525"/>
          <p14:tracePt t="17526" x="3017838" y="2795588"/>
          <p14:tracePt t="17553" x="2987675" y="2773363"/>
          <p14:tracePt t="17553" x="2978150" y="2759075"/>
          <p14:tracePt t="17572" x="2941638" y="2759075"/>
          <p14:tracePt t="17592" x="2919413" y="2759075"/>
          <p14:tracePt t="17609" x="2901950" y="2759075"/>
          <p14:tracePt t="17625" x="2889250" y="2773363"/>
          <p14:tracePt t="17643" x="2879725" y="2773363"/>
          <p14:tracePt t="17678" x="2867025" y="2773363"/>
          <p14:tracePt t="17695" x="2857500" y="2781300"/>
          <p14:tracePt t="17715" x="2835275" y="2781300"/>
          <p14:tracePt t="17734" x="2825750" y="2795588"/>
          <p14:tracePt t="17749" x="2813050" y="2795588"/>
          <p14:tracePt t="17781" x="2835275" y="2813050"/>
          <p14:tracePt t="17804" x="2867025" y="2847975"/>
          <p14:tracePt t="17805" x="2879725" y="2857500"/>
          <p14:tracePt t="17806" x="2889250" y="2857500"/>
          <p14:tracePt t="17824" x="2987675" y="2911475"/>
          <p14:tracePt t="17843" x="3170238" y="2955925"/>
          <p14:tracePt t="17844" x="3170238" y="2965450"/>
          <p14:tracePt t="17845" x="3192463" y="2965450"/>
          <p14:tracePt t="17860" x="3406775" y="2995613"/>
          <p14:tracePt t="17861" x="3438525" y="2995613"/>
          <p14:tracePt t="17862" x="3451225" y="2995613"/>
          <p14:tracePt t="17881" x="3795713" y="3009900"/>
          <p14:tracePt t="17881" x="3817938" y="3009900"/>
          <p14:tracePt t="17900" x="4152900" y="2995613"/>
          <p14:tracePt t="17900" x="4160838" y="2995613"/>
          <p14:tracePt t="17923" x="4379913" y="2965450"/>
          <p14:tracePt t="17923" x="4473575" y="2955925"/>
          <p14:tracePt t="17941" x="4625975" y="2901950"/>
          <p14:tracePt t="17941" x="4633913" y="2901950"/>
          <p14:tracePt t="17960" x="4692650" y="2847975"/>
          <p14:tracePt t="17981" x="4692650" y="2803525"/>
          <p14:tracePt t="18004" x="4656138" y="2751138"/>
          <p14:tracePt t="18004" x="4633913" y="2727325"/>
          <p14:tracePt t="18021" x="4562475" y="2665413"/>
          <p14:tracePt t="18022" x="4562475" y="2652713"/>
          <p14:tracePt t="18046" x="4411663" y="2544763"/>
          <p14:tracePt t="18047" x="4397375" y="2544763"/>
          <p14:tracePt t="18047" x="4389438" y="2536825"/>
          <p14:tracePt t="18064" x="4251325" y="2468563"/>
          <p14:tracePt t="18065" x="4251325" y="2460625"/>
          <p14:tracePt t="18082" x="4121150" y="2406650"/>
          <p14:tracePt t="18087" x="4121150" y="2393950"/>
          <p14:tracePt t="18088" x="4076700" y="2384425"/>
          <p14:tracePt t="18107" x="3990975" y="2347913"/>
          <p14:tracePt t="18126" x="3946525" y="2330450"/>
          <p14:tracePt t="18144" x="3916363" y="2330450"/>
          <p14:tracePt t="18146" x="3902075" y="2330450"/>
          <p14:tracePt t="18163" x="3825875" y="2317750"/>
          <p14:tracePt t="18164" x="3817938" y="2317750"/>
          <p14:tracePt t="18187" x="3679825" y="2295525"/>
          <p14:tracePt t="18188" x="3621088" y="2286000"/>
          <p14:tracePt t="18189" x="3603625" y="2286000"/>
          <p14:tracePt t="18205" x="3397250" y="2254250"/>
          <p14:tracePt t="18206" x="3375025" y="2254250"/>
          <p14:tracePt t="18222" x="3084513" y="2224088"/>
          <p14:tracePt t="18237" x="2813050" y="2187575"/>
          <p14:tracePt t="18238" x="2803525" y="2187575"/>
          <p14:tracePt t="18239" x="2781300" y="2179638"/>
          <p14:tracePt t="18254" x="2478088" y="2155825"/>
          <p14:tracePt t="18273" x="2224088" y="2155825"/>
          <p14:tracePt t="18274" x="2209800" y="2155825"/>
          <p14:tracePt t="18289" x="2093913" y="2179638"/>
          <p14:tracePt t="18310" x="1982788" y="2201863"/>
          <p14:tracePt t="18311" x="1982788" y="2209800"/>
          <p14:tracePt t="18327" x="1965325" y="2232025"/>
          <p14:tracePt t="18345" x="1951038" y="2286000"/>
          <p14:tracePt t="18362" x="1965325" y="2347913"/>
          <p14:tracePt t="18363" x="1973263" y="2347913"/>
          <p14:tracePt t="18380" x="2017713" y="2446338"/>
          <p14:tracePt t="18403" x="2103438" y="2566988"/>
          <p14:tracePt t="18405" x="2133600" y="2598738"/>
          <p14:tracePt t="18405" x="2147888" y="2608263"/>
          <p14:tracePt t="18406" x="2147888" y="2620963"/>
          <p14:tracePt t="18422" x="2254250" y="2697163"/>
          <p14:tracePt t="18445" x="2460625" y="2759075"/>
          <p14:tracePt t="18445" x="2478088" y="2773363"/>
          <p14:tracePt t="18461" x="2682875" y="2781300"/>
          <p14:tracePt t="18480" x="2995613" y="2773363"/>
          <p14:tracePt t="18481" x="3017838" y="2773363"/>
          <p14:tracePt t="18482" x="3032125" y="2759075"/>
          <p14:tracePt t="18483" x="3071813" y="2759075"/>
          <p14:tracePt t="18500" x="3482975" y="2705100"/>
          <p14:tracePt t="18500" x="3490913" y="2705100"/>
          <p14:tracePt t="18515" x="3862388" y="2643188"/>
          <p14:tracePt t="18516" x="3879850" y="2643188"/>
          <p14:tracePt t="18539" x="4268788" y="2566988"/>
          <p14:tracePt t="18540" x="4411663" y="2513013"/>
          <p14:tracePt t="18541" x="4419600" y="2513013"/>
          <p14:tracePt t="18541" x="4433888" y="2513013"/>
          <p14:tracePt t="18557" x="4581525" y="2438400"/>
          <p14:tracePt t="18559" x="4594225" y="2438400"/>
          <p14:tracePt t="18560" x="4594225" y="2424113"/>
          <p14:tracePt t="18576" x="4616450" y="2384425"/>
          <p14:tracePt t="18593" x="4581525" y="2339975"/>
          <p14:tracePt t="18615" x="4572000" y="2339975"/>
          <p14:tracePt t="18615" x="4433888" y="2241550"/>
          <p14:tracePt t="18617" x="4419600" y="2232025"/>
          <p14:tracePt t="18618" x="4397375" y="2224088"/>
          <p14:tracePt t="18641" x="4214813" y="2147888"/>
          <p14:tracePt t="18641" x="4098925" y="2103438"/>
          <p14:tracePt t="18642" x="4076700" y="2103438"/>
          <p14:tracePt t="18642" x="4062413" y="2093913"/>
          <p14:tracePt t="18658" x="3763963" y="2027238"/>
          <p14:tracePt t="18658" x="3751263" y="2027238"/>
          <p14:tracePt t="18678" x="3330575" y="1973263"/>
          <p14:tracePt t="18678" x="3308350" y="1973263"/>
          <p14:tracePt t="18693" x="3040063" y="1982788"/>
          <p14:tracePt t="18694" x="3032125" y="1982788"/>
          <p14:tracePt t="18712" x="2781300" y="2017713"/>
          <p14:tracePt t="18713" x="2773363" y="2017713"/>
          <p14:tracePt t="18713" x="2759075" y="2027238"/>
          <p14:tracePt t="18729" x="2643188" y="2071688"/>
          <p14:tracePt t="18748" x="2598738" y="2125663"/>
          <p14:tracePt t="18767" x="2598738" y="2179638"/>
          <p14:tracePt t="18768" x="2598738" y="2187575"/>
          <p14:tracePt t="18768" x="2608263" y="2187575"/>
          <p14:tracePt t="18789" x="2630488" y="2254250"/>
          <p14:tracePt t="18790" x="2674938" y="2295525"/>
          <p14:tracePt t="18805" x="2773363" y="2370138"/>
          <p14:tracePt t="18806" x="2781300" y="2384425"/>
          <p14:tracePt t="18807" x="2795588" y="2384425"/>
          <p14:tracePt t="18822" x="2795588" y="2393950"/>
          <p14:tracePt t="18823" x="2978150" y="2460625"/>
          <p14:tracePt t="18823" x="2995613" y="2460625"/>
          <p14:tracePt t="18844" x="3384550" y="2490788"/>
          <p14:tracePt t="18845" x="3419475" y="2490788"/>
          <p14:tracePt t="18846" x="3438525" y="2500313"/>
          <p14:tracePt t="18862" x="3870325" y="2490788"/>
          <p14:tracePt t="18862" x="3902075" y="2490788"/>
          <p14:tracePt t="18881" x="4303713" y="2460625"/>
          <p14:tracePt t="18896" x="4419600" y="2438400"/>
          <p14:tracePt t="18897" x="4419600" y="2424113"/>
          <p14:tracePt t="18914" x="4441825" y="2416175"/>
          <p14:tracePt t="18932" x="4389438" y="2384425"/>
          <p14:tracePt t="18938" x="4379913" y="2370138"/>
          <p14:tracePt t="18938" x="4335463" y="2347913"/>
          <p14:tracePt t="18954" x="4175125" y="2276475"/>
          <p14:tracePt t="18954" x="4160838" y="2276475"/>
          <p14:tracePt t="18972" x="3978275" y="2209800"/>
          <p14:tracePt t="18973" x="3968750" y="2209800"/>
          <p14:tracePt t="18974" x="3956050" y="2209800"/>
          <p14:tracePt t="18989" x="3817938" y="2201863"/>
          <p14:tracePt t="18991" x="3808413" y="2201863"/>
          <p14:tracePt t="19009" x="3732213" y="2201863"/>
          <p14:tracePt t="19028" x="3719513" y="2201863"/>
          <p14:tracePt t="19485" x="3732213" y="2201863"/>
          <p14:tracePt t="19499" x="3741738" y="2201863"/>
          <p14:tracePt t="19515" x="3763963" y="2201863"/>
          <p14:tracePt t="19533" x="3786188" y="2201863"/>
          <p14:tracePt t="19647" x="3795713" y="2209800"/>
          <p14:tracePt t="19661" x="3808413" y="2224088"/>
          <p14:tracePt t="19685" x="3817938" y="2224088"/>
          <p14:tracePt t="19710" x="3840163" y="2224088"/>
          <p14:tracePt t="19710" x="3848100" y="2224088"/>
          <p14:tracePt t="19725" x="3870325" y="2224088"/>
          <p14:tracePt t="19744" x="3879850" y="2224088"/>
          <p14:tracePt t="21103" x="3902075" y="2276475"/>
          <p14:tracePt t="21118" x="3938588" y="2339975"/>
          <p14:tracePt t="21119" x="3938588" y="2347913"/>
          <p14:tracePt t="21122" x="3946525" y="2362200"/>
          <p14:tracePt t="21138" x="3978275" y="2406650"/>
          <p14:tracePt t="21138" x="3978275" y="2416175"/>
          <p14:tracePt t="21155" x="4022725" y="2460625"/>
          <p14:tracePt t="21175" x="4054475" y="2513013"/>
          <p14:tracePt t="21195" x="4084638" y="2544763"/>
          <p14:tracePt t="21216" x="4098925" y="2566988"/>
          <p14:tracePt t="21341" x="4098925" y="2576513"/>
          <p14:tracePt t="21355" x="4098925" y="2589213"/>
          <p14:tracePt t="21638" x="4084638" y="2589213"/>
          <p14:tracePt t="21652" x="4076700" y="2589213"/>
          <p14:tracePt t="21699" x="4062413" y="2589213"/>
          <p14:tracePt t="21729" x="4062413" y="2576513"/>
          <p14:tracePt t="21746" x="4054475" y="2576513"/>
          <p14:tracePt t="21764" x="4044950" y="2576513"/>
          <p14:tracePt t="21796" x="4044950" y="2566988"/>
          <p14:tracePt t="21941" x="4032250" y="2554288"/>
          <p14:tracePt t="21959" x="4022725" y="2536825"/>
          <p14:tracePt t="21977" x="4010025" y="2500313"/>
          <p14:tracePt t="21993" x="4000500" y="2490788"/>
          <p14:tracePt t="22013" x="3990975" y="2478088"/>
          <p14:tracePt t="22246" x="3990975" y="2468563"/>
          <p14:tracePt t="22515" x="3978275" y="2460625"/>
          <p14:tracePt t="22841" x="3968750" y="2460625"/>
          <p14:tracePt t="22856" x="3879850" y="2513013"/>
          <p14:tracePt t="22874" x="3751263" y="2598738"/>
          <p14:tracePt t="22875" x="3751263" y="2608263"/>
          <p14:tracePt t="22875" x="3741738" y="2620963"/>
          <p14:tracePt t="22892" x="3633788" y="2697163"/>
          <p14:tracePt t="22893" x="3621088" y="2705100"/>
          <p14:tracePt t="22912" x="3581400" y="2736850"/>
          <p14:tracePt t="22931" x="3589338" y="2759075"/>
          <p14:tracePt t="22948" x="3656013" y="2847975"/>
          <p14:tracePt t="22971" x="3656013" y="2857500"/>
          <p14:tracePt t="22973" x="3848100" y="3009900"/>
          <p14:tracePt t="22974" x="3862388" y="3017838"/>
          <p14:tracePt t="22974" x="3879850" y="3017838"/>
          <p14:tracePt t="22990" x="3956050" y="3049588"/>
          <p14:tracePt t="23011" x="3968750" y="3049588"/>
          <p14:tracePt t="23011" x="4044950" y="3049588"/>
          <p14:tracePt t="23030" x="4076700" y="3032125"/>
          <p14:tracePt t="23048" x="4084638" y="2995613"/>
          <p14:tracePt t="23065" x="4062413" y="2933700"/>
          <p14:tracePt t="23071" x="4054475" y="2919413"/>
          <p14:tracePt t="23072" x="4044950" y="2911475"/>
          <p14:tracePt t="23091" x="3978275" y="2847975"/>
          <p14:tracePt t="23125" x="3956050" y="2847975"/>
          <p14:tracePt t="23196" x="3946525" y="2847975"/>
          <p14:tracePt t="23927" x="3968750" y="2857500"/>
          <p14:tracePt t="23946" x="4000500" y="2919413"/>
          <p14:tracePt t="23946" x="4010025" y="2919413"/>
          <p14:tracePt t="23947" x="4010025" y="2933700"/>
          <p14:tracePt t="23965" x="4044950" y="2978150"/>
          <p14:tracePt t="23982" x="4076700" y="3009900"/>
          <p14:tracePt t="24000" x="4098925" y="3032125"/>
          <p14:tracePt t="24015" x="4108450" y="3040063"/>
          <p14:tracePt t="24034" x="4130675" y="3040063"/>
          <p14:tracePt t="24041" x="4138613" y="3049588"/>
          <p14:tracePt t="24057" x="4152900" y="3049588"/>
          <p14:tracePt t="26643" x="4160838" y="3062288"/>
          <p14:tracePt t="26657" x="4227513" y="3071813"/>
          <p14:tracePt t="26658" x="4237038" y="3071813"/>
          <p14:tracePt t="26658" x="4251325" y="3071813"/>
          <p14:tracePt t="26677" x="4451350" y="3116263"/>
          <p14:tracePt t="26678" x="4473575" y="3116263"/>
          <p14:tracePt t="26695" x="4732338" y="3148013"/>
          <p14:tracePt t="26696" x="4746625" y="3148013"/>
          <p14:tracePt t="26696" x="4754563" y="3148013"/>
          <p14:tracePt t="26713" x="4938713" y="3170238"/>
          <p14:tracePt t="26714" x="4951413" y="3170238"/>
          <p14:tracePt t="26730" x="5045075" y="3170238"/>
          <p14:tracePt t="26744" x="5111750" y="3170238"/>
          <p14:tracePt t="26763" x="5143500" y="3170238"/>
          <p14:tracePt t="26813" x="5197475" y="3170238"/>
          <p14:tracePt t="26816" x="5205413" y="3170238"/>
          <p14:tracePt t="26832" x="5348288" y="3094038"/>
          <p14:tracePt t="26848" x="5584825" y="2889250"/>
          <p14:tracePt t="26853" x="5608638" y="2879725"/>
          <p14:tracePt t="26855" x="5661025" y="2813050"/>
          <p14:tracePt t="26856" x="5692775" y="2781300"/>
          <p14:tracePt t="26873" x="5715000" y="2759075"/>
          <p14:tracePt t="26874" x="5867400" y="2478088"/>
          <p14:tracePt t="26875" x="5867400" y="2468563"/>
          <p14:tracePt t="26892" x="5907088" y="2330450"/>
          <p14:tracePt t="26907" x="5919788" y="2317750"/>
          <p14:tracePt t="27417" x="5942013" y="2330450"/>
          <p14:tracePt t="27418" x="5942013" y="2339975"/>
          <p14:tracePt t="27440" x="6094413" y="2478088"/>
          <p14:tracePt t="27440" x="6232525" y="2598738"/>
          <p14:tracePt t="27441" x="6254750" y="2608263"/>
          <p14:tracePt t="27441" x="6264275" y="2630488"/>
          <p14:tracePt t="27457" x="6545263" y="2835275"/>
          <p14:tracePt t="27457" x="6589713" y="2857500"/>
          <p14:tracePt t="27477" x="6848475" y="3017838"/>
          <p14:tracePt t="27491" x="6965950" y="3108325"/>
          <p14:tracePt t="27512" x="6996113" y="3148013"/>
          <p14:tracePt t="27536" x="7010400" y="3170238"/>
          <p14:tracePt t="27537" x="6996113" y="3170238"/>
          <p14:tracePt t="27553" x="6996113" y="3192463"/>
          <p14:tracePt t="27574" x="6965950" y="3214688"/>
          <p14:tracePt t="27576" x="6965950" y="3224213"/>
          <p14:tracePt t="27592" x="6858000" y="3290888"/>
          <p14:tracePt t="27593" x="6848475" y="3298825"/>
          <p14:tracePt t="27593" x="6835775" y="3298825"/>
          <p14:tracePt t="27611" x="6491288" y="3460750"/>
          <p14:tracePt t="27611" x="6461125" y="3482975"/>
          <p14:tracePt t="27629" x="5845175" y="3719513"/>
          <p14:tracePt t="27629" x="5630863" y="3808413"/>
          <p14:tracePt t="27644" x="4916488" y="4121150"/>
          <p14:tracePt t="27645" x="4862513" y="4138613"/>
          <p14:tracePt t="27645" x="4799013" y="4175125"/>
          <p14:tracePt t="27662" x="4152900" y="4510088"/>
          <p14:tracePt t="27662" x="4076700" y="4549775"/>
          <p14:tracePt t="27681" x="3697288" y="4822825"/>
          <p14:tracePt t="27682" x="3687763" y="4830763"/>
          <p14:tracePt t="27682" x="3679825" y="4840288"/>
          <p14:tracePt t="27701" x="3611563" y="4938713"/>
          <p14:tracePt t="27708" x="3603625" y="4951413"/>
          <p14:tracePt t="27709" x="3603625" y="4968875"/>
          <p14:tracePt t="27727" x="3621088" y="5005388"/>
          <p14:tracePt t="27745" x="3643313" y="5037138"/>
          <p14:tracePt t="27762" x="3656013" y="5045075"/>
          <p14:tracePt t="27811" x="3665538" y="5037138"/>
          <p14:tracePt t="27812" x="3679825" y="5022850"/>
          <p14:tracePt t="27831" x="3697288" y="4983163"/>
          <p14:tracePt t="27831" x="3697288" y="4968875"/>
          <p14:tracePt t="27832" x="3709988" y="4968875"/>
          <p14:tracePt t="27832" x="3709988" y="4960938"/>
          <p14:tracePt t="27848" x="3741738" y="4884738"/>
          <p14:tracePt t="27849" x="3741738" y="4875213"/>
          <p14:tracePt t="27855" x="3741738" y="4862513"/>
          <p14:tracePt t="27855" x="3751263" y="4822825"/>
          <p14:tracePt t="27856" x="3763963" y="4822825"/>
          <p14:tracePt t="27856" x="3763963" y="4799013"/>
          <p14:tracePt t="27872" x="3825875" y="4648200"/>
          <p14:tracePt t="27873" x="3840163" y="4648200"/>
          <p14:tracePt t="27890" x="3894138" y="4549775"/>
          <p14:tracePt t="27926" x="3894138" y="4540250"/>
          <p14:tracePt t="28190" x="3879850" y="4549775"/>
          <p14:tracePt t="28191" x="3763963" y="4572000"/>
          <p14:tracePt t="28204" x="3505200" y="4633913"/>
          <p14:tracePt t="28223" x="2987675" y="4799013"/>
          <p14:tracePt t="28224" x="2955925" y="4808538"/>
          <p14:tracePt t="28225" x="2879725" y="4840288"/>
          <p14:tracePt t="28225" x="2835275" y="4852988"/>
          <p14:tracePt t="28243" x="2103438" y="5099050"/>
          <p14:tracePt t="28243" x="2093913" y="5099050"/>
        </p14:tracePtLst>
      </p14:laserTraceLst>
    </p:ext>
  </p:extLs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5D1D9-CF9D-E35F-35E1-7381A7B743C3}"/>
              </a:ext>
            </a:extLst>
          </p:cNvPr>
          <p:cNvSpPr txBox="1">
            <a:spLocks/>
          </p:cNvSpPr>
          <p:nvPr/>
        </p:nvSpPr>
        <p:spPr>
          <a:xfrm>
            <a:off x="601670" y="432129"/>
            <a:ext cx="8246070" cy="76352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3600" dirty="0">
                <a:solidFill>
                  <a:schemeClr val="accent6">
                    <a:lumMod val="60000"/>
                    <a:lumOff val="40000"/>
                  </a:schemeClr>
                </a:solidFill>
                <a:effectLst>
                  <a:outerShdw blurRad="50800" dist="38100" dir="2700000" algn="tl" rotWithShape="0">
                    <a:prstClr val="black">
                      <a:alpha val="40000"/>
                    </a:prstClr>
                  </a:outerShdw>
                </a:effectLst>
                <a:latin typeface="BM JUA OTF" panose="02020603020101020101" pitchFamily="18" charset="-127"/>
                <a:ea typeface="BM JUA OTF" panose="02020603020101020101" pitchFamily="18" charset="-127"/>
              </a:rPr>
              <a:t>Results</a:t>
            </a:r>
          </a:p>
        </p:txBody>
      </p:sp>
      <p:sp>
        <p:nvSpPr>
          <p:cNvPr id="3" name="TextBox 2">
            <a:extLst>
              <a:ext uri="{FF2B5EF4-FFF2-40B4-BE49-F238E27FC236}">
                <a16:creationId xmlns:a16="http://schemas.microsoft.com/office/drawing/2014/main" id="{7C2AF394-4207-3175-D4A7-6C7C7A3D8C6D}"/>
              </a:ext>
            </a:extLst>
          </p:cNvPr>
          <p:cNvSpPr txBox="1"/>
          <p:nvPr/>
        </p:nvSpPr>
        <p:spPr>
          <a:xfrm>
            <a:off x="3808475" y="1502815"/>
            <a:ext cx="1527050" cy="400110"/>
          </a:xfrm>
          <a:prstGeom prst="rect">
            <a:avLst/>
          </a:prstGeom>
          <a:noFill/>
        </p:spPr>
        <p:txBody>
          <a:bodyPr wrap="square" rtlCol="0">
            <a:spAutoFit/>
          </a:bodyPr>
          <a:lstStyle/>
          <a:p>
            <a:r>
              <a:rPr lang="en-CN" sz="2000" dirty="0">
                <a:solidFill>
                  <a:schemeClr val="accent6">
                    <a:lumMod val="50000"/>
                  </a:schemeClr>
                </a:solidFill>
                <a:latin typeface="BM JUA OTF" panose="02020603020101020101" pitchFamily="18" charset="-127"/>
                <a:ea typeface="BM JUA OTF" panose="02020603020101020101" pitchFamily="18" charset="-127"/>
              </a:rPr>
              <a:t>KNN ( k = 2)</a:t>
            </a:r>
          </a:p>
        </p:txBody>
      </p:sp>
      <p:pic>
        <p:nvPicPr>
          <p:cNvPr id="7" name="Picture 6" descr="Chart, treemap chart&#10;&#10;Description automatically generated">
            <a:extLst>
              <a:ext uri="{FF2B5EF4-FFF2-40B4-BE49-F238E27FC236}">
                <a16:creationId xmlns:a16="http://schemas.microsoft.com/office/drawing/2014/main" id="{622E6002-D254-6AD4-64A6-BB8E25DDF2A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5164" y="1764122"/>
            <a:ext cx="3549113" cy="2952907"/>
          </a:xfrm>
          <a:prstGeom prst="rect">
            <a:avLst/>
          </a:prstGeom>
        </p:spPr>
      </p:pic>
      <p:sp>
        <p:nvSpPr>
          <p:cNvPr id="8" name="TextBox 7">
            <a:extLst>
              <a:ext uri="{FF2B5EF4-FFF2-40B4-BE49-F238E27FC236}">
                <a16:creationId xmlns:a16="http://schemas.microsoft.com/office/drawing/2014/main" id="{BB52116C-7FED-2E27-C476-21DF6C1F5E87}"/>
              </a:ext>
            </a:extLst>
          </p:cNvPr>
          <p:cNvSpPr txBox="1"/>
          <p:nvPr/>
        </p:nvSpPr>
        <p:spPr>
          <a:xfrm>
            <a:off x="1059785" y="4575188"/>
            <a:ext cx="2186273" cy="369332"/>
          </a:xfrm>
          <a:prstGeom prst="rect">
            <a:avLst/>
          </a:prstGeom>
          <a:noFill/>
        </p:spPr>
        <p:txBody>
          <a:bodyPr wrap="square" rtlCol="0">
            <a:spAutoFit/>
          </a:bodyPr>
          <a:lstStyle/>
          <a:p>
            <a:r>
              <a:rPr lang="en-CN" dirty="0">
                <a:solidFill>
                  <a:schemeClr val="accent6">
                    <a:lumMod val="50000"/>
                  </a:schemeClr>
                </a:solidFill>
              </a:rPr>
              <a:t>Predicted Result</a:t>
            </a:r>
          </a:p>
        </p:txBody>
      </p:sp>
      <p:sp>
        <p:nvSpPr>
          <p:cNvPr id="9" name="TextBox 8">
            <a:extLst>
              <a:ext uri="{FF2B5EF4-FFF2-40B4-BE49-F238E27FC236}">
                <a16:creationId xmlns:a16="http://schemas.microsoft.com/office/drawing/2014/main" id="{29DE69DC-55F7-CDE3-F2D2-34D59B884C2E}"/>
              </a:ext>
            </a:extLst>
          </p:cNvPr>
          <p:cNvSpPr txBox="1"/>
          <p:nvPr/>
        </p:nvSpPr>
        <p:spPr>
          <a:xfrm rot="16200000">
            <a:off x="-444524" y="2716696"/>
            <a:ext cx="1270043" cy="369332"/>
          </a:xfrm>
          <a:prstGeom prst="rect">
            <a:avLst/>
          </a:prstGeom>
          <a:noFill/>
        </p:spPr>
        <p:txBody>
          <a:bodyPr wrap="square" rtlCol="0">
            <a:spAutoFit/>
          </a:bodyPr>
          <a:lstStyle/>
          <a:p>
            <a:r>
              <a:rPr lang="en-CN" dirty="0">
                <a:solidFill>
                  <a:schemeClr val="accent6">
                    <a:lumMod val="50000"/>
                  </a:schemeClr>
                </a:solidFill>
              </a:rPr>
              <a:t>True Result</a:t>
            </a:r>
          </a:p>
        </p:txBody>
      </p:sp>
      <p:sp>
        <p:nvSpPr>
          <p:cNvPr id="10" name="Rectangle 9">
            <a:extLst>
              <a:ext uri="{FF2B5EF4-FFF2-40B4-BE49-F238E27FC236}">
                <a16:creationId xmlns:a16="http://schemas.microsoft.com/office/drawing/2014/main" id="{981B09F0-D4B4-B5BB-838E-D34177BCE13A}"/>
              </a:ext>
            </a:extLst>
          </p:cNvPr>
          <p:cNvSpPr/>
          <p:nvPr/>
        </p:nvSpPr>
        <p:spPr>
          <a:xfrm>
            <a:off x="1823310" y="1702870"/>
            <a:ext cx="1422748" cy="2872318"/>
          </a:xfrm>
          <a:prstGeom prst="rect">
            <a:avLst/>
          </a:prstGeom>
          <a:noFill/>
          <a:ln w="698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TextBox 10">
            <a:extLst>
              <a:ext uri="{FF2B5EF4-FFF2-40B4-BE49-F238E27FC236}">
                <a16:creationId xmlns:a16="http://schemas.microsoft.com/office/drawing/2014/main" id="{7DDA6A44-BD98-4628-1683-BF3ED80CEA00}"/>
              </a:ext>
            </a:extLst>
          </p:cNvPr>
          <p:cNvSpPr txBox="1"/>
          <p:nvPr/>
        </p:nvSpPr>
        <p:spPr>
          <a:xfrm>
            <a:off x="5030115" y="2318827"/>
            <a:ext cx="3512215" cy="1200329"/>
          </a:xfrm>
          <a:prstGeom prst="rect">
            <a:avLst/>
          </a:prstGeom>
          <a:noFill/>
        </p:spPr>
        <p:txBody>
          <a:bodyPr wrap="square" rtlCol="0">
            <a:spAutoFit/>
          </a:bodyPr>
          <a:lstStyle/>
          <a:p>
            <a:r>
              <a:rPr lang="en-CN" dirty="0">
                <a:solidFill>
                  <a:schemeClr val="accent6">
                    <a:lumMod val="50000"/>
                  </a:schemeClr>
                </a:solidFill>
              </a:rPr>
              <a:t>For all </a:t>
            </a:r>
            <a:r>
              <a:rPr lang="en-CN" b="1" dirty="0">
                <a:solidFill>
                  <a:schemeClr val="accent5">
                    <a:lumMod val="75000"/>
                  </a:schemeClr>
                </a:solidFill>
              </a:rPr>
              <a:t>4514</a:t>
            </a:r>
            <a:r>
              <a:rPr lang="en-CN" dirty="0">
                <a:solidFill>
                  <a:schemeClr val="accent6">
                    <a:lumMod val="50000"/>
                  </a:schemeClr>
                </a:solidFill>
              </a:rPr>
              <a:t> (3514 + 950) recipes, which are predicted to be popular,</a:t>
            </a:r>
          </a:p>
          <a:p>
            <a:r>
              <a:rPr lang="en-CN" b="1" dirty="0">
                <a:solidFill>
                  <a:schemeClr val="accent5">
                    <a:lumMod val="75000"/>
                  </a:schemeClr>
                </a:solidFill>
              </a:rPr>
              <a:t>3564</a:t>
            </a:r>
            <a:r>
              <a:rPr lang="en-CN" dirty="0">
                <a:solidFill>
                  <a:schemeClr val="accent6">
                    <a:lumMod val="50000"/>
                  </a:schemeClr>
                </a:solidFill>
              </a:rPr>
              <a:t> of them are truly popular.</a:t>
            </a:r>
          </a:p>
          <a:p>
            <a:endParaRPr lang="en-CN" dirty="0"/>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21836A5-61DC-B56B-F50A-EC1898C80D97}"/>
                  </a:ext>
                </a:extLst>
              </p:cNvPr>
              <p:cNvSpPr txBox="1"/>
              <p:nvPr/>
            </p:nvSpPr>
            <p:spPr>
              <a:xfrm>
                <a:off x="5640935" y="3526901"/>
                <a:ext cx="2137870" cy="526041"/>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f>
                        <m:fPr>
                          <m:ctrlPr>
                            <a:rPr lang="en-CN" b="1" i="1" smtClean="0">
                              <a:solidFill>
                                <a:schemeClr val="accent6">
                                  <a:lumMod val="50000"/>
                                </a:schemeClr>
                              </a:solidFill>
                              <a:latin typeface="Cambria Math" panose="02040503050406030204" pitchFamily="18" charset="0"/>
                            </a:rPr>
                          </m:ctrlPr>
                        </m:fPr>
                        <m:num>
                          <m:r>
                            <a:rPr lang="en-US" b="1" i="1" smtClean="0">
                              <a:solidFill>
                                <a:schemeClr val="accent6">
                                  <a:lumMod val="50000"/>
                                </a:schemeClr>
                              </a:solidFill>
                              <a:latin typeface="Cambria Math" panose="02040503050406030204" pitchFamily="18" charset="0"/>
                            </a:rPr>
                            <m:t>𝟑𝟓𝟔𝟒</m:t>
                          </m:r>
                        </m:num>
                        <m:den>
                          <m:r>
                            <a:rPr lang="en-US" b="1" i="1" smtClean="0">
                              <a:solidFill>
                                <a:schemeClr val="accent6">
                                  <a:lumMod val="50000"/>
                                </a:schemeClr>
                              </a:solidFill>
                              <a:latin typeface="Cambria Math" panose="02040503050406030204" pitchFamily="18" charset="0"/>
                            </a:rPr>
                            <m:t>𝟒𝟓𝟏𝟒</m:t>
                          </m:r>
                        </m:den>
                      </m:f>
                      <m:r>
                        <a:rPr lang="en-US" b="1" i="1" smtClean="0">
                          <a:solidFill>
                            <a:schemeClr val="accent6">
                              <a:lumMod val="50000"/>
                            </a:schemeClr>
                          </a:solidFill>
                          <a:latin typeface="Cambria Math" panose="02040503050406030204" pitchFamily="18" charset="0"/>
                        </a:rPr>
                        <m:t>=</m:t>
                      </m:r>
                      <m:r>
                        <a:rPr lang="en-US" b="1" i="1" smtClean="0">
                          <a:solidFill>
                            <a:schemeClr val="accent6">
                              <a:lumMod val="50000"/>
                            </a:schemeClr>
                          </a:solidFill>
                          <a:latin typeface="Cambria Math" panose="02040503050406030204" pitchFamily="18" charset="0"/>
                        </a:rPr>
                        <m:t>𝟕𝟗</m:t>
                      </m:r>
                      <m:r>
                        <a:rPr lang="en-US" b="1" i="1" smtClean="0">
                          <a:solidFill>
                            <a:schemeClr val="accent6">
                              <a:lumMod val="50000"/>
                            </a:schemeClr>
                          </a:solidFill>
                          <a:latin typeface="Cambria Math" panose="02040503050406030204" pitchFamily="18" charset="0"/>
                        </a:rPr>
                        <m:t>% </m:t>
                      </m:r>
                    </m:oMath>
                  </m:oMathPara>
                </a14:m>
                <a:endParaRPr lang="en-CN" b="1" dirty="0">
                  <a:solidFill>
                    <a:schemeClr val="accent6">
                      <a:lumMod val="50000"/>
                    </a:schemeClr>
                  </a:solidFill>
                </a:endParaRPr>
              </a:p>
            </p:txBody>
          </p:sp>
        </mc:Choice>
        <mc:Fallback>
          <p:sp>
            <p:nvSpPr>
              <p:cNvPr id="12" name="TextBox 11">
                <a:extLst>
                  <a:ext uri="{FF2B5EF4-FFF2-40B4-BE49-F238E27FC236}">
                    <a16:creationId xmlns:a16="http://schemas.microsoft.com/office/drawing/2014/main" id="{321836A5-61DC-B56B-F50A-EC1898C80D97}"/>
                  </a:ext>
                </a:extLst>
              </p:cNvPr>
              <p:cNvSpPr txBox="1">
                <a:spLocks noRot="1" noChangeAspect="1" noMove="1" noResize="1" noEditPoints="1" noAdjustHandles="1" noChangeArrowheads="1" noChangeShapeType="1" noTextEdit="1"/>
              </p:cNvSpPr>
              <p:nvPr/>
            </p:nvSpPr>
            <p:spPr>
              <a:xfrm>
                <a:off x="5640935" y="3526901"/>
                <a:ext cx="2137870" cy="526041"/>
              </a:xfrm>
              <a:prstGeom prst="rect">
                <a:avLst/>
              </a:prstGeom>
              <a:blipFill>
                <a:blip r:embed="rId5"/>
                <a:stretch>
                  <a:fillRect t="-2326" b="-13953"/>
                </a:stretch>
              </a:blipFill>
            </p:spPr>
            <p:txBody>
              <a:bodyPr/>
              <a:lstStyle/>
              <a:p>
                <a:r>
                  <a:rPr lang="en-CN">
                    <a:noFill/>
                  </a:rPr>
                  <a:t> </a:t>
                </a:r>
              </a:p>
            </p:txBody>
          </p:sp>
        </mc:Fallback>
      </mc:AlternateContent>
      <p:sp>
        <p:nvSpPr>
          <p:cNvPr id="13" name="Oval 12">
            <a:extLst>
              <a:ext uri="{FF2B5EF4-FFF2-40B4-BE49-F238E27FC236}">
                <a16:creationId xmlns:a16="http://schemas.microsoft.com/office/drawing/2014/main" id="{F391F9D6-25C4-0CD8-8C63-515E31CB5E8B}"/>
              </a:ext>
            </a:extLst>
          </p:cNvPr>
          <p:cNvSpPr/>
          <p:nvPr/>
        </p:nvSpPr>
        <p:spPr>
          <a:xfrm>
            <a:off x="2152921" y="3376488"/>
            <a:ext cx="763525" cy="717667"/>
          </a:xfrm>
          <a:prstGeom prst="ellipse">
            <a:avLst/>
          </a:prstGeom>
          <a:noFill/>
          <a:ln w="444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Tree>
    <p:custDataLst>
      <p:tags r:id="rId1"/>
    </p:custDataLst>
    <p:extLst>
      <p:ext uri="{BB962C8B-B14F-4D97-AF65-F5344CB8AC3E}">
        <p14:creationId xmlns:p14="http://schemas.microsoft.com/office/powerpoint/2010/main" val="909385054"/>
      </p:ext>
    </p:extLst>
  </p:cSld>
  <p:clrMapOvr>
    <a:masterClrMapping/>
  </p:clrMapOvr>
  <mc:AlternateContent xmlns:mc="http://schemas.openxmlformats.org/markup-compatibility/2006">
    <mc:Choice xmlns:p14="http://schemas.microsoft.com/office/powerpoint/2010/main" Requires="p14">
      <p:transition spd="slow" p14:dur="2000" advTm="53133"/>
    </mc:Choice>
    <mc:Fallback>
      <p:transition spd="slow" advTm="53133"/>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blinds(horizontal)">
                                      <p:cBhvr>
                                        <p:cTn id="10" dur="500"/>
                                        <p:tgtEl>
                                          <p:spTgt spid="11"/>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grpId="0" nodeType="clickEffect">
                                  <p:stCondLst>
                                    <p:cond delay="0"/>
                                  </p:stCondLst>
                                  <p:childTnLst>
                                    <p:set>
                                      <p:cBhvr>
                                        <p:cTn id="17"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p:bldP spid="12" grpId="0"/>
      <p:bldP spid="13" grpId="0" animBg="1"/>
    </p:bldLst>
  </p:timing>
  <p:extLst>
    <p:ext uri="{3A86A75C-4F4B-4683-9AE1-C65F6400EC91}">
      <p14:laserTraceLst xmlns:p14="http://schemas.microsoft.com/office/powerpoint/2010/main">
        <p14:tracePtLst>
          <p14:tracePt t="616" x="2027238" y="5089525"/>
          <p14:tracePt t="631" x="2416175" y="4786313"/>
          <p14:tracePt t="647" x="3040063" y="4473575"/>
          <p14:tracePt t="648" x="3084513" y="4451350"/>
          <p14:tracePt t="665" x="4205288" y="4192588"/>
          <p14:tracePt t="679" x="5165725" y="4076700"/>
          <p14:tracePt t="679" x="5251450" y="4076700"/>
          <p14:tracePt t="680" x="5380038" y="4062413"/>
          <p14:tracePt t="694" x="6705600" y="3990975"/>
          <p14:tracePt t="708" x="8085138" y="3946525"/>
          <p14:tracePt t="708" x="8193088" y="3946525"/>
          <p14:tracePt t="1305" x="8939213" y="2978150"/>
          <p14:tracePt t="1306" x="8929688" y="2965450"/>
          <p14:tracePt t="1306" x="8907463" y="2955925"/>
          <p14:tracePt t="1328" x="8656638" y="2795588"/>
          <p14:tracePt t="1329" x="8323263" y="2652713"/>
          <p14:tracePt t="1329" x="8291513" y="2643188"/>
          <p14:tracePt t="1344" x="7680325" y="2438400"/>
          <p14:tracePt t="1358" x="7010400" y="2295525"/>
          <p14:tracePt t="1359" x="6919913" y="2276475"/>
          <p14:tracePt t="1377" x="6059488" y="2155825"/>
          <p14:tracePt t="1392" x="5540375" y="2111375"/>
          <p14:tracePt t="1393" x="5510213" y="2111375"/>
          <p14:tracePt t="1393" x="5465763" y="2111375"/>
          <p14:tracePt t="1412" x="5037138" y="2133600"/>
          <p14:tracePt t="1412" x="5013325" y="2133600"/>
          <p14:tracePt t="1427" x="4799013" y="2201863"/>
          <p14:tracePt t="1427" x="4786313" y="2209800"/>
          <p14:tracePt t="1445" x="4633913" y="2339975"/>
          <p14:tracePt t="1464" x="4549775" y="2566988"/>
          <p14:tracePt t="1464" x="4549775" y="2589213"/>
          <p14:tracePt t="1481" x="4540250" y="2813050"/>
          <p14:tracePt t="1482" x="4549775" y="2835275"/>
          <p14:tracePt t="1482" x="4549775" y="2857500"/>
          <p14:tracePt t="1483" x="4549775" y="2867025"/>
          <p14:tracePt t="1501" x="4633913" y="3071813"/>
          <p14:tracePt t="1502" x="4656138" y="3108325"/>
          <p14:tracePt t="1523" x="4786313" y="3192463"/>
          <p14:tracePt t="1524" x="4875213" y="3236913"/>
          <p14:tracePt t="1525" x="4884738" y="3236913"/>
          <p14:tracePt t="1526" x="4906963" y="3246438"/>
          <p14:tracePt t="1526" x="4916488" y="3246438"/>
          <p14:tracePt t="1544" x="5197475" y="3298825"/>
          <p14:tracePt t="1544" x="5205413" y="3298825"/>
          <p14:tracePt t="1545" x="5241925" y="3298825"/>
          <p14:tracePt t="1564" x="5562600" y="3276600"/>
          <p14:tracePt t="1564" x="5584825" y="3276600"/>
          <p14:tracePt t="1565" x="5594350" y="3268663"/>
          <p14:tracePt t="1582" x="5746750" y="3179763"/>
          <p14:tracePt t="1583" x="5746750" y="3170238"/>
          <p14:tracePt t="1583" x="5759450" y="3160713"/>
          <p14:tracePt t="1607" x="5759450" y="3032125"/>
          <p14:tracePt t="1608" x="5724525" y="2933700"/>
          <p14:tracePt t="1625" x="5576888" y="2736850"/>
          <p14:tracePt t="1625" x="5562600" y="2736850"/>
          <p14:tracePt t="1643" x="5326063" y="2589213"/>
          <p14:tracePt t="1644" x="5303838" y="2589213"/>
          <p14:tracePt t="1661" x="5089525" y="2536825"/>
          <p14:tracePt t="1662" x="5067300" y="2522538"/>
          <p14:tracePt t="1662" x="5037138" y="2522538"/>
          <p14:tracePt t="1678" x="4786313" y="2513013"/>
          <p14:tracePt t="1679" x="4764088" y="2513013"/>
          <p14:tracePt t="1697" x="4433888" y="2513013"/>
          <p14:tracePt t="1712" x="4183063" y="2513013"/>
          <p14:tracePt t="1713" x="4160838" y="2513013"/>
          <p14:tracePt t="1714" x="4152900" y="2513013"/>
          <p14:tracePt t="1730" x="3902075" y="2536825"/>
          <p14:tracePt t="1731" x="3894138" y="2536825"/>
          <p14:tracePt t="1747" x="3808413" y="2576513"/>
          <p14:tracePt t="1765" x="3808413" y="2630488"/>
          <p14:tracePt t="1766" x="3808413" y="2643188"/>
          <p14:tracePt t="1958" x="3741738" y="2589213"/>
          <p14:tracePt t="1972" x="3527425" y="2460625"/>
          <p14:tracePt t="1972" x="3513138" y="2460625"/>
          <p14:tracePt t="1987" x="3352800" y="2339975"/>
          <p14:tracePt t="2007" x="3179763" y="2263775"/>
          <p14:tracePt t="2008" x="3170238" y="2263775"/>
          <p14:tracePt t="2025" x="3062288" y="2209800"/>
          <p14:tracePt t="2043" x="2955925" y="2179638"/>
          <p14:tracePt t="2044" x="2941638" y="2179638"/>
          <p14:tracePt t="2062" x="2835275" y="2147888"/>
          <p14:tracePt t="2063" x="2835275" y="2133600"/>
          <p14:tracePt t="2063" x="2825750" y="2133600"/>
          <p14:tracePt t="2079" x="2727325" y="2111375"/>
          <p14:tracePt t="2097" x="2719388" y="2111375"/>
          <p14:tracePt t="2098" x="2589213" y="2081213"/>
          <p14:tracePt t="2098" x="2576513" y="2081213"/>
          <p14:tracePt t="2113" x="2460625" y="2081213"/>
          <p14:tracePt t="2113" x="2446338" y="2081213"/>
          <p14:tracePt t="2131" x="2317750" y="2081213"/>
          <p14:tracePt t="2131" x="2308225" y="2081213"/>
          <p14:tracePt t="2148" x="2209800" y="2093913"/>
          <p14:tracePt t="2173" x="2155825" y="2103438"/>
          <p14:tracePt t="2174" x="2147888" y="2103438"/>
          <p14:tracePt t="2191" x="2125663" y="2103438"/>
          <p14:tracePt t="2208" x="2103438" y="2103438"/>
          <p14:tracePt t="2224" x="2081213" y="2103438"/>
          <p14:tracePt t="2243" x="2036763" y="2103438"/>
          <p14:tracePt t="2244" x="2027238" y="2103438"/>
          <p14:tracePt t="2263" x="1941513" y="2103438"/>
          <p14:tracePt t="2264" x="1928813" y="2103438"/>
          <p14:tracePt t="2280" x="1798638" y="2093913"/>
          <p14:tracePt t="2282" x="1790700" y="2093913"/>
          <p14:tracePt t="2282" x="1768475" y="2093913"/>
          <p14:tracePt t="2300" x="1608138" y="2093913"/>
          <p14:tracePt t="2318" x="1593850" y="2093913"/>
          <p14:tracePt t="2319" x="1433513" y="2103438"/>
          <p14:tracePt t="2319" x="1423988" y="2111375"/>
          <p14:tracePt t="2342" x="1295400" y="2133600"/>
          <p14:tracePt t="2343" x="1227138" y="2165350"/>
          <p14:tracePt t="2362" x="1081088" y="2241550"/>
          <p14:tracePt t="2379" x="990600" y="2317750"/>
          <p14:tracePt t="2380" x="982663" y="2330450"/>
          <p14:tracePt t="2397" x="915988" y="2406650"/>
          <p14:tracePt t="2421" x="852488" y="2500313"/>
          <p14:tracePt t="2422" x="839788" y="2522538"/>
          <p14:tracePt t="2422" x="839788" y="2536825"/>
          <p14:tracePt t="2423" x="830263" y="2536825"/>
          <p14:tracePt t="2439" x="776288" y="2630488"/>
          <p14:tracePt t="2459" x="701675" y="2773363"/>
          <p14:tracePt t="2477" x="633413" y="2933700"/>
          <p14:tracePt t="2494" x="603250" y="3071813"/>
          <p14:tracePt t="2511" x="593725" y="3224213"/>
          <p14:tracePt t="2512" x="593725" y="3236913"/>
          <p14:tracePt t="2530" x="603250" y="3397250"/>
          <p14:tracePt t="2530" x="603250" y="3419475"/>
          <p14:tracePt t="2546" x="655638" y="3559175"/>
          <p14:tracePt t="2546" x="655638" y="3567113"/>
          <p14:tracePt t="2547" x="655638" y="3581400"/>
          <p14:tracePt t="2563" x="754063" y="3732213"/>
          <p14:tracePt t="2580" x="906463" y="3879850"/>
          <p14:tracePt t="2580" x="915988" y="3894138"/>
          <p14:tracePt t="2581" x="938213" y="3902075"/>
          <p14:tracePt t="2600" x="1263650" y="4152900"/>
          <p14:tracePt t="2601" x="1281113" y="4152900"/>
          <p14:tracePt t="2618" x="1303338" y="4175125"/>
          <p14:tracePt t="2619" x="1616075" y="4303713"/>
          <p14:tracePt t="2620" x="1638300" y="4313238"/>
          <p14:tracePt t="2620" x="1714500" y="4335463"/>
          <p14:tracePt t="2644" x="2027238" y="4379913"/>
          <p14:tracePt t="2644" x="2276475" y="4389438"/>
          <p14:tracePt t="2645" x="2295525" y="4389438"/>
          <p14:tracePt t="2661" x="2620963" y="4357688"/>
          <p14:tracePt t="2661" x="2630488" y="4357688"/>
          <p14:tracePt t="2676" x="2857500" y="4281488"/>
          <p14:tracePt t="2692" x="2879725" y="4281488"/>
          <p14:tracePt t="2693" x="3116263" y="4098925"/>
          <p14:tracePt t="2693" x="3138488" y="4076700"/>
          <p14:tracePt t="2710" x="3330575" y="3741738"/>
          <p14:tracePt t="2729" x="3451225" y="3298825"/>
          <p14:tracePt t="2730" x="3451225" y="3268663"/>
          <p14:tracePt t="2744" x="3429000" y="2889250"/>
          <p14:tracePt t="2745" x="3429000" y="2879725"/>
          <p14:tracePt t="2763" x="3276600" y="2536825"/>
          <p14:tracePt t="2765" x="3268663" y="2513013"/>
          <p14:tracePt t="2766" x="3236913" y="2468563"/>
          <p14:tracePt t="2766" x="3214688" y="2446338"/>
          <p14:tracePt t="2782" x="3009900" y="2263775"/>
          <p14:tracePt t="2783" x="2995613" y="2254250"/>
          <p14:tracePt t="2783" x="2978150" y="2254250"/>
          <p14:tracePt t="2802" x="2719388" y="2155825"/>
          <p14:tracePt t="2839" x="2370138" y="2111375"/>
          <p14:tracePt t="2839" x="1798638" y="2103438"/>
          <p14:tracePt t="2840" x="1776413" y="2111375"/>
          <p14:tracePt t="2855" x="1379538" y="2155825"/>
          <p14:tracePt t="2874" x="1347788" y="2155825"/>
          <p14:tracePt t="2874" x="862013" y="2286000"/>
          <p14:tracePt t="2888" x="603250" y="2416175"/>
          <p14:tracePt t="2908" x="357188" y="2643188"/>
          <p14:tracePt t="2909" x="357188" y="2652713"/>
          <p14:tracePt t="2910" x="344488" y="2665413"/>
          <p14:tracePt t="2910" x="334963" y="2674938"/>
          <p14:tracePt t="2926" x="258763" y="2867025"/>
          <p14:tracePt t="2927" x="258763" y="2879725"/>
          <p14:tracePt t="2927" x="258763" y="2901950"/>
          <p14:tracePt t="2928" x="250825" y="2911475"/>
          <p14:tracePt t="2945" x="236538" y="3125788"/>
          <p14:tracePt t="2946" x="236538" y="3138488"/>
          <p14:tracePt t="2964" x="303213" y="3308350"/>
          <p14:tracePt t="2964" x="303213" y="3322638"/>
          <p14:tracePt t="2965" x="312738" y="3330575"/>
          <p14:tracePt t="2981" x="411163" y="3460750"/>
          <p14:tracePt t="2999" x="571500" y="3589338"/>
          <p14:tracePt t="3000" x="581025" y="3589338"/>
          <p14:tracePt t="3017" x="731838" y="3665538"/>
          <p14:tracePt t="3022" x="746125" y="3679825"/>
          <p14:tracePt t="3022" x="785813" y="3687763"/>
          <p14:tracePt t="3040" x="893763" y="3709988"/>
          <p14:tracePt t="3041" x="906463" y="3709988"/>
          <p14:tracePt t="3041" x="928688" y="3709988"/>
          <p14:tracePt t="3058" x="1012825" y="3709988"/>
          <p14:tracePt t="3058" x="1012825" y="3697288"/>
          <p14:tracePt t="3059" x="1022350" y="3697288"/>
          <p14:tracePt t="3077" x="1098550" y="3633788"/>
          <p14:tracePt t="3093" x="1111250" y="3621088"/>
          <p14:tracePt t="3094" x="1152525" y="3482975"/>
          <p14:tracePt t="3095" x="1152525" y="3473450"/>
          <p14:tracePt t="3096" x="1165225" y="3460750"/>
          <p14:tracePt t="3096" x="1165225" y="3451225"/>
          <p14:tracePt t="3097" x="1165225" y="3438525"/>
          <p14:tracePt t="3113" x="1174750" y="3224213"/>
          <p14:tracePt t="3131" x="1152525" y="2933700"/>
          <p14:tracePt t="3131" x="1152525" y="2919413"/>
          <p14:tracePt t="3132" x="1143000" y="2911475"/>
          <p14:tracePt t="3148" x="1111250" y="2759075"/>
          <p14:tracePt t="3163" x="1066800" y="2682875"/>
          <p14:tracePt t="3164" x="1066800" y="2674938"/>
          <p14:tracePt t="3181" x="1012825" y="2620963"/>
          <p14:tracePt t="3200" x="950913" y="2576513"/>
          <p14:tracePt t="3224" x="874713" y="2554288"/>
          <p14:tracePt t="3224" x="822325" y="2554288"/>
          <p14:tracePt t="3245" x="625475" y="2576513"/>
          <p14:tracePt t="3246" x="603250" y="2576513"/>
          <p14:tracePt t="3246" x="593725" y="2576513"/>
          <p14:tracePt t="3247" x="581025" y="2576513"/>
          <p14:tracePt t="3262" x="379413" y="2652713"/>
          <p14:tracePt t="3263" x="357188" y="2652713"/>
          <p14:tracePt t="3279" x="160338" y="2773363"/>
          <p14:tracePt t="3280" x="152400" y="2773363"/>
          <p14:tracePt t="3280" x="130175" y="2781300"/>
          <p14:tracePt t="3371" x="138113" y="3808413"/>
          <p14:tracePt t="3371" x="152400" y="3825875"/>
          <p14:tracePt t="3372" x="174625" y="3840163"/>
          <p14:tracePt t="3387" x="396875" y="4000500"/>
          <p14:tracePt t="3388" x="419100" y="4010025"/>
          <p14:tracePt t="3388" x="433388" y="4022725"/>
          <p14:tracePt t="3407" x="785813" y="4138613"/>
          <p14:tracePt t="3407" x="808038" y="4152900"/>
          <p14:tracePt t="3425" x="1273175" y="4183063"/>
          <p14:tracePt t="3425" x="1295400" y="4183063"/>
          <p14:tracePt t="3439" x="1638300" y="4138613"/>
          <p14:tracePt t="3440" x="1660525" y="4138613"/>
          <p14:tracePt t="3458" x="2111375" y="3978275"/>
          <p14:tracePt t="3459" x="2133600" y="3968750"/>
          <p14:tracePt t="3459" x="2165350" y="3946525"/>
          <p14:tracePt t="3476" x="2522538" y="3687763"/>
          <p14:tracePt t="3496" x="2781300" y="3344863"/>
          <p14:tracePt t="3497" x="2795588" y="3298825"/>
          <p14:tracePt t="3498" x="2803525" y="3290888"/>
          <p14:tracePt t="3513" x="2857500" y="2995613"/>
          <p14:tracePt t="3513" x="2857500" y="2987675"/>
          <p14:tracePt t="3529" x="2825750" y="2719388"/>
          <p14:tracePt t="3529" x="2813050" y="2705100"/>
          <p14:tracePt t="3546" x="2719388" y="2490788"/>
          <p14:tracePt t="3564" x="2566988" y="2308225"/>
          <p14:tracePt t="3581" x="2446338" y="2209800"/>
          <p14:tracePt t="3581" x="2438400" y="2209800"/>
          <p14:tracePt t="3599" x="2308225" y="2155825"/>
          <p14:tracePt t="3600" x="2295525" y="2155825"/>
          <p14:tracePt t="3614" x="2209800" y="2155825"/>
          <p14:tracePt t="3640" x="2058988" y="2209800"/>
          <p14:tracePt t="3640" x="1982788" y="2241550"/>
          <p14:tracePt t="3655" x="1822450" y="2370138"/>
          <p14:tracePt t="3656" x="1812925" y="2384425"/>
          <p14:tracePt t="3677" x="1576388" y="2674938"/>
          <p14:tracePt t="3697" x="1370013" y="3071813"/>
          <p14:tracePt t="3698" x="1370013" y="3094038"/>
          <p14:tracePt t="3698" x="1357313" y="3116263"/>
          <p14:tracePt t="3699" x="1347788" y="3125788"/>
          <p14:tracePt t="3715" x="1303338" y="3429000"/>
          <p14:tracePt t="3716" x="1303338" y="3438525"/>
          <p14:tracePt t="3740" x="1325563" y="3679825"/>
          <p14:tracePt t="3740" x="1347788" y="3741738"/>
          <p14:tracePt t="3756" x="1423988" y="3840163"/>
          <p14:tracePt t="3776" x="1522413" y="3879850"/>
          <p14:tracePt t="3777" x="1531938" y="3894138"/>
          <p14:tracePt t="3793" x="1608138" y="3902075"/>
          <p14:tracePt t="3812" x="1692275" y="3879850"/>
          <p14:tracePt t="3813" x="1704975" y="3879850"/>
          <p14:tracePt t="3814" x="1714500" y="3879850"/>
          <p14:tracePt t="3831" x="1768475" y="3840163"/>
          <p14:tracePt t="3832" x="1768475" y="3825875"/>
          <p14:tracePt t="3832" x="1776413" y="3825875"/>
          <p14:tracePt t="3848" x="1812925" y="3751263"/>
          <p14:tracePt t="3848" x="1822450" y="3751263"/>
          <p14:tracePt t="3849" x="1822450" y="3741738"/>
          <p14:tracePt t="3872" x="1844675" y="3643313"/>
          <p14:tracePt t="3874" x="1844675" y="3611563"/>
          <p14:tracePt t="3875" x="1844675" y="3603625"/>
          <p14:tracePt t="3875" x="1844675" y="3589338"/>
          <p14:tracePt t="3890" x="1844675" y="3527425"/>
          <p14:tracePt t="3891" x="1844675" y="3513138"/>
          <p14:tracePt t="3910" x="1835150" y="3482975"/>
          <p14:tracePt t="3910" x="1835150" y="3473450"/>
          <p14:tracePt t="3927" x="1822450" y="3451225"/>
          <p14:tracePt t="3944" x="1812925" y="3451225"/>
          <p14:tracePt t="3962" x="1812925" y="3438525"/>
          <p14:tracePt t="4266" x="1798638" y="3419475"/>
          <p14:tracePt t="4281" x="1776413" y="3375025"/>
          <p14:tracePt t="4300" x="1758950" y="3330575"/>
          <p14:tracePt t="4301" x="1758950" y="3322638"/>
          <p14:tracePt t="4336" x="1746250" y="3308350"/>
          <p14:tracePt t="8899" x="1724025" y="3322638"/>
          <p14:tracePt t="8900" x="1724025" y="3330575"/>
          <p14:tracePt t="8915" x="1714500" y="3367088"/>
          <p14:tracePt t="8921" x="1704975" y="3367088"/>
          <p14:tracePt t="8922" x="1704975" y="3384550"/>
          <p14:tracePt t="8942" x="1682750" y="3460750"/>
          <p14:tracePt t="8942" x="1682750" y="3473450"/>
          <p14:tracePt t="8962" x="1692275" y="3603625"/>
          <p14:tracePt t="8962" x="1692275" y="3621088"/>
          <p14:tracePt t="8963" x="1692275" y="3633788"/>
          <p14:tracePt t="8978" x="1736725" y="3795713"/>
          <p14:tracePt t="8997" x="1798638" y="3968750"/>
          <p14:tracePt t="9014" x="1866900" y="4054475"/>
          <p14:tracePt t="9016" x="1866900" y="4062413"/>
          <p14:tracePt t="9033" x="1897063" y="4084638"/>
          <p14:tracePt t="9282" x="1897063" y="4062413"/>
          <p14:tracePt t="9282" x="1906588" y="4062413"/>
          <p14:tracePt t="9298" x="1928813" y="3938588"/>
          <p14:tracePt t="9299" x="1928813" y="3924300"/>
          <p14:tracePt t="9299" x="1928813" y="3902075"/>
          <p14:tracePt t="9316" x="1973263" y="3621088"/>
          <p14:tracePt t="9316" x="1973263" y="3603625"/>
          <p14:tracePt t="9342" x="2027238" y="3429000"/>
          <p14:tracePt t="9343" x="2036763" y="3406775"/>
          <p14:tracePt t="9376" x="2036763" y="3429000"/>
          <p14:tracePt t="9377" x="2036763" y="3438525"/>
          <p14:tracePt t="9394" x="2049463" y="3567113"/>
          <p14:tracePt t="9394" x="2049463" y="3581400"/>
          <p14:tracePt t="9410" x="2081213" y="3870325"/>
          <p14:tracePt t="9411" x="2081213" y="3879850"/>
          <p14:tracePt t="9429" x="2111375" y="4152900"/>
          <p14:tracePt t="9430" x="2111375" y="4160838"/>
          <p14:tracePt t="9431" x="2125663" y="4175125"/>
          <p14:tracePt t="9432" x="2125663" y="4183063"/>
          <p14:tracePt t="9448" x="2155825" y="4268788"/>
          <p14:tracePt t="9448" x="2155825" y="4281488"/>
          <p14:tracePt t="9474" x="2201863" y="4303713"/>
          <p14:tracePt t="9475" x="2209800" y="4313238"/>
          <p14:tracePt t="9491" x="2224088" y="4322763"/>
          <p14:tracePt t="9511" x="2224088" y="4335463"/>
          <p14:tracePt t="9531" x="2224088" y="4389438"/>
          <p14:tracePt t="9531" x="2224088" y="4397375"/>
          <p14:tracePt t="9547" x="2232025" y="4473575"/>
          <p14:tracePt t="9572" x="2254250" y="4540250"/>
          <p14:tracePt t="9592" x="2254250" y="4549775"/>
          <p14:tracePt t="9609" x="2263775" y="4581525"/>
          <p14:tracePt t="9630" x="2286000" y="4656138"/>
          <p14:tracePt t="9631" x="2286000" y="4670425"/>
          <p14:tracePt t="9649" x="2330450" y="4732338"/>
          <p14:tracePt t="9650" x="2330450" y="4746625"/>
          <p14:tracePt t="9672" x="2370138" y="4776788"/>
          <p14:tracePt t="9674" x="2384425" y="4786313"/>
          <p14:tracePt t="9675" x="2393950" y="4786313"/>
          <p14:tracePt t="9693" x="2446338" y="4840288"/>
          <p14:tracePt t="9694" x="2446338" y="4852988"/>
          <p14:tracePt t="9713" x="2576513" y="4960938"/>
          <p14:tracePt t="9715" x="2589213" y="4960938"/>
          <p14:tracePt t="9715" x="2589213" y="4968875"/>
          <p14:tracePt t="9731" x="2719388" y="5005388"/>
          <p14:tracePt t="9748" x="2835275" y="4991100"/>
          <p14:tracePt t="9749" x="2847975" y="4991100"/>
          <p14:tracePt t="9773" x="2911475" y="4951413"/>
          <p14:tracePt t="9774" x="2919413" y="4938713"/>
          <p14:tracePt t="9775" x="2919413" y="4929188"/>
          <p14:tracePt t="9796" x="2901950" y="4862513"/>
          <p14:tracePt t="9797" x="2901950" y="4852988"/>
          <p14:tracePt t="9814" x="2835275" y="4764088"/>
          <p14:tracePt t="9815" x="2835275" y="4754563"/>
          <p14:tracePt t="9816" x="2825750" y="4746625"/>
          <p14:tracePt t="9819" x="2825750" y="4732338"/>
          <p14:tracePt t="9819" x="2813050" y="4724400"/>
          <p14:tracePt t="9837" x="2719388" y="4616450"/>
          <p14:tracePt t="9838" x="2705100" y="4616450"/>
          <p14:tracePt t="9857" x="2665413" y="4581525"/>
          <p14:tracePt t="9876" x="2652713" y="4572000"/>
          <p14:tracePt t="9936" x="2598738" y="4572000"/>
          <p14:tracePt t="9938" x="2589213" y="4562475"/>
          <p14:tracePt t="9938" x="2576513" y="4562475"/>
          <p14:tracePt t="9955" x="2478088" y="4540250"/>
          <p14:tracePt t="9955" x="2468563" y="4540250"/>
          <p14:tracePt t="9975" x="2263775" y="4518025"/>
          <p14:tracePt t="9975" x="2254250" y="4518025"/>
          <p14:tracePt t="9976" x="2241550" y="4518025"/>
          <p14:tracePt t="9993" x="2081213" y="4510088"/>
          <p14:tracePt t="10011" x="2005013" y="4510088"/>
          <p14:tracePt t="10028" x="1982788" y="4510088"/>
          <p14:tracePt t="10101" x="1965325" y="4510088"/>
          <p14:tracePt t="10117" x="1941513" y="4527550"/>
          <p14:tracePt t="10122" x="1928813" y="4527550"/>
          <p14:tracePt t="10122" x="1919288" y="4527550"/>
          <p14:tracePt t="10139" x="1874838" y="4549775"/>
          <p14:tracePt t="10140" x="1866900" y="4549775"/>
          <p14:tracePt t="10157" x="1798638" y="4572000"/>
          <p14:tracePt t="10178" x="1714500" y="4603750"/>
          <p14:tracePt t="10200" x="1638300" y="4633913"/>
          <p14:tracePt t="10222" x="1593850" y="4656138"/>
          <p14:tracePt t="10223" x="1584325" y="4656138"/>
          <p14:tracePt t="10223" x="1584325" y="4670425"/>
          <p14:tracePt t="10241" x="1576388" y="4670425"/>
          <p14:tracePt t="10334" x="1562100" y="4670425"/>
          <p14:tracePt t="10348" x="1531938" y="4679950"/>
          <p14:tracePt t="10375" x="1477963" y="4679950"/>
          <p14:tracePt t="10375" x="1455738" y="4679950"/>
          <p14:tracePt t="10394" x="1411288" y="4679950"/>
          <p14:tracePt t="10411" x="1393825" y="4679950"/>
          <p14:tracePt t="10505" x="1379538" y="4679950"/>
          <p14:tracePt t="10520" x="1379538" y="4692650"/>
          <p14:tracePt t="10643" x="1393825" y="4692650"/>
          <p14:tracePt t="10657" x="1401763" y="4692650"/>
          <p14:tracePt t="10673" x="1446213" y="4702175"/>
          <p14:tracePt t="10691" x="1531938" y="4710113"/>
          <p14:tracePt t="10708" x="1638300" y="4724400"/>
          <p14:tracePt t="10709" x="1652588" y="4724400"/>
          <p14:tracePt t="10726" x="1768475" y="4724400"/>
          <p14:tracePt t="10744" x="1874838" y="4724400"/>
          <p14:tracePt t="10744" x="1889125" y="4724400"/>
          <p14:tracePt t="10765" x="1995488" y="4724400"/>
          <p14:tracePt t="10767" x="2005013" y="4724400"/>
          <p14:tracePt t="10768" x="2017713" y="4724400"/>
          <p14:tracePt t="10786" x="2049463" y="4724400"/>
          <p14:tracePt t="10786" x="2058988" y="4724400"/>
          <p14:tracePt t="10804" x="2071688" y="4732338"/>
          <p14:tracePt t="10806" x="2081213" y="4732338"/>
          <p14:tracePt t="10825" x="2093913" y="4746625"/>
          <p14:tracePt t="10842" x="2103438" y="4746625"/>
          <p14:tracePt t="10860" x="2111375" y="4746625"/>
          <p14:tracePt t="10877" x="2125663" y="4746625"/>
          <p14:tracePt t="10894" x="2147888" y="4754563"/>
          <p14:tracePt t="10910" x="2165350" y="4754563"/>
          <p14:tracePt t="10911" x="2179638" y="4754563"/>
          <p14:tracePt t="10945" x="2187575" y="4754563"/>
          <p14:tracePt t="10961" x="2187575" y="4764088"/>
          <p14:tracePt t="10995" x="2147888" y="4764088"/>
          <p14:tracePt t="11014" x="2058988" y="4764088"/>
          <p14:tracePt t="11014" x="2049463" y="4764088"/>
          <p14:tracePt t="11032" x="1928813" y="4764088"/>
          <p14:tracePt t="11032" x="1919288" y="4764088"/>
          <p14:tracePt t="11048" x="1812925" y="4776788"/>
          <p14:tracePt t="11075" x="1714500" y="4786313"/>
          <p14:tracePt t="11075" x="1670050" y="4799013"/>
          <p14:tracePt t="11091" x="1630363" y="4808538"/>
          <p14:tracePt t="11111" x="1616075" y="4808538"/>
          <p14:tracePt t="11182" x="1608138" y="4808538"/>
          <p14:tracePt t="11200" x="1576388" y="4808538"/>
          <p14:tracePt t="11220" x="1522413" y="4822825"/>
          <p14:tracePt t="11220" x="1509713" y="4822825"/>
          <p14:tracePt t="11236" x="1477963" y="4830763"/>
          <p14:tracePt t="11262" x="1465263" y="4830763"/>
          <p14:tracePt t="11320" x="1446213" y="4830763"/>
          <p14:tracePt t="11340" x="1423988" y="4830763"/>
          <p14:tracePt t="11340" x="1393825" y="4840288"/>
          <p14:tracePt t="11359" x="1335088" y="4840288"/>
          <p14:tracePt t="11375" x="1317625" y="4852988"/>
          <p14:tracePt t="11392" x="1303338" y="4852988"/>
          <p14:tracePt t="11584" x="1317625" y="4852988"/>
          <p14:tracePt t="11616" x="1325563" y="4852988"/>
          <p14:tracePt t="11711" x="1335088" y="4852988"/>
          <p14:tracePt t="11726" x="1357313" y="4852988"/>
          <p14:tracePt t="11744" x="1401763" y="4862513"/>
          <p14:tracePt t="11744" x="1411288" y="4862513"/>
          <p14:tracePt t="11764" x="1487488" y="4875213"/>
          <p14:tracePt t="11767" x="1500188" y="4875213"/>
          <p14:tracePt t="11768" x="1509713" y="4875213"/>
          <p14:tracePt t="11785" x="1608138" y="4894263"/>
          <p14:tracePt t="11800" x="1704975" y="4906963"/>
          <p14:tracePt t="11807" x="1746250" y="4906963"/>
          <p14:tracePt t="11823" x="1835150" y="4916488"/>
          <p14:tracePt t="11824" x="1844675" y="4916488"/>
          <p14:tracePt t="11844" x="1919288" y="4929188"/>
          <p14:tracePt t="11878" x="1941513" y="4938713"/>
          <p14:tracePt t="12021" x="1951038" y="4938713"/>
          <p14:tracePt t="12382" x="1965325" y="4929188"/>
          <p14:tracePt t="12399" x="1995488" y="4916488"/>
          <p14:tracePt t="12415" x="2036763" y="4894263"/>
          <p14:tracePt t="12440" x="2093913" y="4884738"/>
          <p14:tracePt t="12441" x="2111375" y="4884738"/>
          <p14:tracePt t="12458" x="2155825" y="4884738"/>
          <p14:tracePt t="12475" x="2187575" y="4884738"/>
          <p14:tracePt t="12493" x="2209800" y="4894263"/>
          <p14:tracePt t="12509" x="2224088" y="4894263"/>
          <p14:tracePt t="12510" x="2232025" y="4894263"/>
          <p14:tracePt t="12529" x="2241550" y="4906963"/>
          <p14:tracePt t="12545" x="2276475" y="4906963"/>
          <p14:tracePt t="12569" x="2317750" y="4916488"/>
          <p14:tracePt t="12570" x="2330450" y="4916488"/>
          <p14:tracePt t="12571" x="2330450" y="4929188"/>
          <p14:tracePt t="12571" x="2339975" y="4929188"/>
          <p14:tracePt t="12587" x="2370138" y="4929188"/>
          <p14:tracePt t="12608" x="2406650" y="4938713"/>
          <p14:tracePt t="12624" x="2424113" y="4951413"/>
          <p14:tracePt t="12642" x="2446338" y="4951413"/>
          <p14:tracePt t="12643" x="2446338" y="4960938"/>
          <p14:tracePt t="12660" x="2468563" y="4960938"/>
          <p14:tracePt t="12676" x="2490788" y="4960938"/>
          <p14:tracePt t="12696" x="2500313" y="4968875"/>
          <p14:tracePt t="12711" x="2513013" y="4968875"/>
          <p14:tracePt t="12730" x="2522538" y="4968875"/>
          <p14:tracePt t="12750" x="2536825" y="4968875"/>
          <p14:tracePt t="12767" x="2544763" y="4968875"/>
          <p14:tracePt t="12783" x="2566988" y="4968875"/>
          <p14:tracePt t="12808" x="2608263" y="4968875"/>
          <p14:tracePt t="12828" x="2643188" y="4960938"/>
          <p14:tracePt t="12829" x="2652713" y="4960938"/>
          <p14:tracePt t="12845" x="2674938" y="4960938"/>
          <p14:tracePt t="12967" x="2665413" y="4951413"/>
          <p14:tracePt t="12968" x="2652713" y="4951413"/>
          <p14:tracePt t="12982" x="2630488" y="4951413"/>
          <p14:tracePt t="12989" x="2620963" y="4951413"/>
          <p14:tracePt t="13006" x="2589213" y="4951413"/>
          <p14:tracePt t="13024" x="2513013" y="4938713"/>
          <p14:tracePt t="13026" x="2500313" y="4938713"/>
          <p14:tracePt t="13042" x="2370138" y="4916488"/>
          <p14:tracePt t="13059" x="2165350" y="4875213"/>
          <p14:tracePt t="13060" x="2147888" y="4862513"/>
          <p14:tracePt t="13076" x="1941513" y="4799013"/>
          <p14:tracePt t="13077" x="1919288" y="4799013"/>
          <p14:tracePt t="13096" x="1652588" y="4679950"/>
          <p14:tracePt t="13096" x="1638300" y="4679950"/>
          <p14:tracePt t="13097" x="1630363" y="4670425"/>
          <p14:tracePt t="13113" x="1423988" y="4572000"/>
          <p14:tracePt t="13113" x="1411288" y="4562475"/>
          <p14:tracePt t="13114" x="1393825" y="4549775"/>
          <p14:tracePt t="13134" x="1227138" y="4441825"/>
          <p14:tracePt t="13149" x="1174750" y="4379913"/>
          <p14:tracePt t="13174" x="1143000" y="4303713"/>
          <p14:tracePt t="13175" x="1143000" y="4291013"/>
          <p14:tracePt t="13191" x="1133475" y="4214813"/>
          <p14:tracePt t="13192" x="1120775" y="4214813"/>
          <p14:tracePt t="13192" x="1120775" y="4205288"/>
          <p14:tracePt t="13209" x="1111250" y="4108450"/>
          <p14:tracePt t="13209" x="1098550" y="4108450"/>
          <p14:tracePt t="13210" x="1098550" y="4098925"/>
          <p14:tracePt t="13228" x="1058863" y="3978275"/>
          <p14:tracePt t="13245" x="1058863" y="3968750"/>
          <p14:tracePt t="13245" x="1004888" y="3825875"/>
          <p14:tracePt t="13264" x="938213" y="3656013"/>
          <p14:tracePt t="13264" x="928688" y="3643313"/>
          <p14:tracePt t="13281" x="884238" y="3527425"/>
          <p14:tracePt t="13281" x="884238" y="3513138"/>
          <p14:tracePt t="13298" x="830263" y="3397250"/>
          <p14:tracePt t="13299" x="822325" y="3397250"/>
          <p14:tracePt t="13326" x="776288" y="3308350"/>
          <p14:tracePt t="13327" x="754063" y="3290888"/>
          <p14:tracePt t="13327" x="754063" y="3276600"/>
          <p14:tracePt t="13346" x="731838" y="3224213"/>
          <p14:tracePt t="13363" x="709613" y="3179763"/>
          <p14:tracePt t="13381" x="692150" y="3138488"/>
          <p14:tracePt t="13408" x="669925" y="3094038"/>
          <p14:tracePt t="13408" x="655638" y="3071813"/>
          <p14:tracePt t="13428" x="625475" y="3032125"/>
          <p14:tracePt t="13447" x="615950" y="3017838"/>
          <p14:tracePt t="13509" x="615950" y="3032125"/>
          <p14:tracePt t="13510" x="603250" y="3032125"/>
          <p14:tracePt t="13525" x="593725" y="3049588"/>
          <p14:tracePt t="13525" x="581025" y="3049588"/>
          <p14:tracePt t="13542" x="549275" y="3116263"/>
          <p14:tracePt t="13563" x="509588" y="3179763"/>
          <p14:tracePt t="13563" x="509588" y="3192463"/>
          <p14:tracePt t="13579" x="487363" y="3224213"/>
          <p14:tracePt t="13605" x="473075" y="3246438"/>
          <p14:tracePt t="13606" x="473075" y="3254375"/>
          <p14:tracePt t="13695" x="473075" y="3246438"/>
          <p14:tracePt t="13712" x="473075" y="3192463"/>
          <p14:tracePt t="13712" x="473075" y="3179763"/>
          <p14:tracePt t="13728" x="465138" y="3049588"/>
          <p14:tracePt t="13745" x="450850" y="2955925"/>
          <p14:tracePt t="13745" x="450850" y="2941638"/>
          <p14:tracePt t="13746" x="450850" y="2933700"/>
          <p14:tracePt t="13766" x="450850" y="2847975"/>
          <p14:tracePt t="13785" x="450850" y="2835275"/>
          <p14:tracePt t="13786" x="441325" y="2795588"/>
          <p14:tracePt t="13786" x="441325" y="2781300"/>
          <p14:tracePt t="13806" x="441325" y="2727325"/>
          <p14:tracePt t="13808" x="441325" y="2705100"/>
          <p14:tracePt t="13808" x="441325" y="2697163"/>
          <p14:tracePt t="13823" x="433388" y="2643188"/>
          <p14:tracePt t="13824" x="433388" y="2630488"/>
          <p14:tracePt t="13838" x="433388" y="2576513"/>
          <p14:tracePt t="13858" x="433388" y="2544763"/>
          <p14:tracePt t="13948" x="419100" y="2589213"/>
          <p14:tracePt t="13963" x="411163" y="2652713"/>
          <p14:tracePt t="13986" x="366713" y="2813050"/>
          <p14:tracePt t="13988" x="366713" y="2835275"/>
          <p14:tracePt t="13988" x="366713" y="2857500"/>
          <p14:tracePt t="13989" x="357188" y="2867025"/>
          <p14:tracePt t="14004" x="334963" y="2995613"/>
          <p14:tracePt t="14005" x="322263" y="3009900"/>
          <p14:tracePt t="14023" x="290513" y="3148013"/>
          <p14:tracePt t="14024" x="290513" y="3160713"/>
          <p14:tracePt t="14025" x="290513" y="3170238"/>
          <p14:tracePt t="14042" x="268288" y="3276600"/>
          <p14:tracePt t="14043" x="268288" y="3290888"/>
          <p14:tracePt t="14065" x="236538" y="3406775"/>
          <p14:tracePt t="14066" x="236538" y="3419475"/>
          <p14:tracePt t="14087" x="227013" y="3490913"/>
          <p14:tracePt t="14088" x="227013" y="3505200"/>
          <p14:tracePt t="14107" x="214313" y="3527425"/>
          <p14:tracePt t="14168" x="214313" y="3513138"/>
          <p14:tracePt t="14168" x="227013" y="3505200"/>
          <p14:tracePt t="14170" x="227013" y="3490913"/>
          <p14:tracePt t="14170" x="236538" y="3490913"/>
          <p14:tracePt t="14185" x="236538" y="3438525"/>
          <p14:tracePt t="14205" x="250825" y="3298825"/>
          <p14:tracePt t="14222" x="258763" y="3192463"/>
          <p14:tracePt t="14222" x="258763" y="3179763"/>
          <p14:tracePt t="14223" x="258763" y="3170238"/>
          <p14:tracePt t="14240" x="250825" y="3071813"/>
          <p14:tracePt t="14258" x="250825" y="2987675"/>
          <p14:tracePt t="14276" x="258763" y="2919413"/>
          <p14:tracePt t="14294" x="258763" y="2857500"/>
          <p14:tracePt t="14314" x="258763" y="2795588"/>
          <p14:tracePt t="14334" x="258763" y="2759075"/>
          <p14:tracePt t="14558" x="258763" y="2751138"/>
          <p14:tracePt t="14574" x="258763" y="2727325"/>
          <p14:tracePt t="14592" x="258763" y="2705100"/>
          <p14:tracePt t="14611" x="258763" y="2674938"/>
          <p14:tracePt t="14628" x="250825" y="2643188"/>
          <p14:tracePt t="14642" x="250825" y="2608263"/>
          <p14:tracePt t="14663" x="250825" y="2589213"/>
          <p14:tracePt t="14664" x="250825" y="2576513"/>
          <p14:tracePt t="14680" x="258763" y="2576513"/>
          <p14:tracePt t="14700" x="258763" y="2566988"/>
          <p14:tracePt t="15772" x="258763" y="2576513"/>
          <p14:tracePt t="15773" x="268288" y="2576513"/>
          <p14:tracePt t="15789" x="312738" y="2608263"/>
          <p14:tracePt t="15790" x="322263" y="2608263"/>
          <p14:tracePt t="15809" x="441325" y="2719388"/>
          <p14:tracePt t="15810" x="450850" y="2727325"/>
          <p14:tracePt t="15810" x="465138" y="2727325"/>
          <p14:tracePt t="15811" x="473075" y="2736850"/>
          <p14:tracePt t="15829" x="692150" y="2965450"/>
          <p14:tracePt t="15830" x="701675" y="2987675"/>
          <p14:tracePt t="15830" x="731838" y="3017838"/>
          <p14:tracePt t="15850" x="1120775" y="3429000"/>
          <p14:tracePt t="15850" x="1143000" y="3451225"/>
          <p14:tracePt t="15872" x="1736725" y="3938588"/>
          <p14:tracePt t="15872" x="1768475" y="3956050"/>
          <p14:tracePt t="15873" x="1790700" y="3968750"/>
          <p14:tracePt t="15889" x="2254250" y="4227513"/>
          <p14:tracePt t="15904" x="2536825" y="4357688"/>
          <p14:tracePt t="15905" x="2554288" y="4367213"/>
          <p14:tracePt t="15922" x="2719388" y="4433888"/>
          <p14:tracePt t="15940" x="2773363" y="4451350"/>
          <p14:tracePt t="15959" x="2781300" y="4451350"/>
          <p14:tracePt t="15976" x="2751138" y="4433888"/>
          <p14:tracePt t="15996" x="2719388" y="4379913"/>
          <p14:tracePt t="16013" x="2697163" y="4335463"/>
          <p14:tracePt t="16034" x="2682875" y="4291013"/>
          <p14:tracePt t="16040" x="2674938" y="4281488"/>
          <p14:tracePt t="16061" x="2652713" y="4237038"/>
          <p14:tracePt t="16080" x="2589213" y="4205288"/>
          <p14:tracePt t="16081" x="2589213" y="4192588"/>
          <p14:tracePt t="16100" x="2544763" y="4183063"/>
          <p14:tracePt t="16140" x="2536825" y="4183063"/>
          <p14:tracePt t="16156" x="2513013" y="4183063"/>
          <p14:tracePt t="16157" x="2500313" y="4183063"/>
          <p14:tracePt t="16174" x="2370138" y="4192588"/>
          <p14:tracePt t="16191" x="2295525" y="4192588"/>
          <p14:tracePt t="16191" x="2286000" y="4192588"/>
          <p14:tracePt t="16209" x="2232025" y="4192588"/>
          <p14:tracePt t="16209" x="2224088" y="4192588"/>
          <p14:tracePt t="16230" x="2155825" y="4205288"/>
          <p14:tracePt t="16249" x="2081213" y="4205288"/>
          <p14:tracePt t="16267" x="2017713" y="4205288"/>
          <p14:tracePt t="16285" x="1951038" y="4192588"/>
          <p14:tracePt t="16300" x="1906588" y="4192588"/>
          <p14:tracePt t="16302" x="1897063" y="4192588"/>
          <p14:tracePt t="16318" x="1889125" y="4192588"/>
          <p14:tracePt t="16319" x="1874838" y="4192588"/>
          <p14:tracePt t="16334" x="1874838" y="4205288"/>
          <p14:tracePt t="16339" x="1874838" y="4214813"/>
          <p14:tracePt t="16340" x="1889125" y="4227513"/>
          <p14:tracePt t="16362" x="1889125" y="4251325"/>
          <p14:tracePt t="16363" x="1889125" y="4259263"/>
          <p14:tracePt t="16379" x="1889125" y="4291013"/>
          <p14:tracePt t="16398" x="1889125" y="4313238"/>
          <p14:tracePt t="16416" x="1906588" y="4313238"/>
          <p14:tracePt t="16417" x="1919288" y="4313238"/>
          <p14:tracePt t="16442" x="1965325" y="4313238"/>
          <p14:tracePt t="16443" x="1982788" y="4313238"/>
          <p14:tracePt t="16463" x="2036763" y="4313238"/>
          <p14:tracePt t="16464" x="2049463" y="4313238"/>
          <p14:tracePt t="16480" x="2081213" y="4322763"/>
          <p14:tracePt t="16507" x="2125663" y="4335463"/>
          <p14:tracePt t="16507" x="2147888" y="4344988"/>
          <p14:tracePt t="16527" x="2187575" y="4357688"/>
          <p14:tracePt t="16543" x="2209800" y="4367213"/>
          <p14:tracePt t="16565" x="2224088" y="4367213"/>
          <p14:tracePt t="16599" x="2232025" y="4379913"/>
          <p14:tracePt t="16599" x="2241550" y="4379913"/>
          <p14:tracePt t="16614" x="2254250" y="4379913"/>
          <p14:tracePt t="16634" x="2276475" y="4379913"/>
          <p14:tracePt t="16640" x="2286000" y="4379913"/>
          <p14:tracePt t="16661" x="2308225" y="4389438"/>
          <p14:tracePt t="16682" x="2330450" y="4389438"/>
          <p14:tracePt t="16699" x="2339975" y="4389438"/>
          <p14:tracePt t="16718" x="2347913" y="4397375"/>
          <p14:tracePt t="16735" x="2370138" y="4397375"/>
          <p14:tracePt t="16761" x="2406650" y="4411663"/>
          <p14:tracePt t="16763" x="2424113" y="4411663"/>
          <p14:tracePt t="16796" x="2446338" y="4411663"/>
          <p14:tracePt t="16796" x="2468563" y="4411663"/>
          <p14:tracePt t="16812" x="2490788" y="4419600"/>
          <p14:tracePt t="16831" x="2522538" y="4419600"/>
          <p14:tracePt t="16866" x="2536825" y="4419600"/>
          <p14:tracePt t="17049" x="2522538" y="4419600"/>
          <p14:tracePt t="17067" x="2490788" y="4411663"/>
          <p14:tracePt t="17069" x="2478088" y="4397375"/>
          <p14:tracePt t="17085" x="2416175" y="4357688"/>
          <p14:tracePt t="17086" x="2406650" y="4344988"/>
          <p14:tracePt t="17104" x="2308225" y="4251325"/>
          <p14:tracePt t="17104" x="2295525" y="4251325"/>
          <p14:tracePt t="17124" x="2133600" y="4098925"/>
          <p14:tracePt t="17141" x="2005013" y="4000500"/>
          <p14:tracePt t="17143" x="1995488" y="3990975"/>
          <p14:tracePt t="17144" x="1982788" y="3990975"/>
          <p14:tracePt t="17161" x="1889125" y="3924300"/>
          <p14:tracePt t="17179" x="1844675" y="3916363"/>
          <p14:tracePt t="17199" x="1835150" y="3916363"/>
          <p14:tracePt t="17240" x="1798638" y="3916363"/>
          <p14:tracePt t="17240" x="1776413" y="3916363"/>
          <p14:tracePt t="17241" x="1768475" y="3916363"/>
          <p14:tracePt t="17257" x="1692275" y="3916363"/>
          <p14:tracePt t="17274" x="1584325" y="3916363"/>
          <p14:tracePt t="17275" x="1576388" y="3916363"/>
          <p14:tracePt t="17276" x="1562100" y="3916363"/>
          <p14:tracePt t="17276" x="1554163" y="3916363"/>
          <p14:tracePt t="17295" x="1401763" y="3894138"/>
          <p14:tracePt t="17295" x="1379538" y="3894138"/>
          <p14:tracePt t="17311" x="1219200" y="3862388"/>
          <p14:tracePt t="17327" x="1066800" y="3825875"/>
          <p14:tracePt t="17346" x="1058863" y="3825875"/>
          <p14:tracePt t="17347" x="968375" y="3795713"/>
          <p14:tracePt t="17347" x="960438" y="3795713"/>
          <p14:tracePt t="17364" x="938213" y="3786188"/>
          <p14:tracePt t="17380" x="928688" y="3773488"/>
          <p14:tracePt t="17404" x="906463" y="3773488"/>
          <p14:tracePt t="17407" x="906463" y="3763963"/>
          <p14:tracePt t="17407" x="893763" y="3763963"/>
          <p14:tracePt t="17424" x="862013" y="3763963"/>
          <p14:tracePt t="17443" x="839788" y="3751263"/>
          <p14:tracePt t="17463" x="808038" y="3741738"/>
          <p14:tracePt t="17463" x="808038" y="3732213"/>
          <p14:tracePt t="17480" x="763588" y="3719513"/>
          <p14:tracePt t="17481" x="754063" y="3719513"/>
          <p14:tracePt t="17506" x="692150" y="3697288"/>
          <p14:tracePt t="17506" x="655638" y="3687763"/>
          <p14:tracePt t="17524" x="581025" y="3687763"/>
          <p14:tracePt t="17545" x="549275" y="3687763"/>
          <p14:tracePt t="17678" x="561975" y="3687763"/>
          <p14:tracePt t="17694" x="625475" y="3697288"/>
          <p14:tracePt t="17694" x="633413" y="3697288"/>
          <p14:tracePt t="17712" x="785813" y="3732213"/>
          <p14:tracePt t="17712" x="798513" y="3741738"/>
          <p14:tracePt t="17731" x="1089025" y="3825875"/>
          <p14:tracePt t="17749" x="1393825" y="3946525"/>
          <p14:tracePt t="17774" x="1652588" y="4062413"/>
          <p14:tracePt t="17776" x="1714500" y="4098925"/>
          <p14:tracePt t="17776" x="1736725" y="4108450"/>
          <p14:tracePt t="17794" x="1889125" y="4192588"/>
          <p14:tracePt t="17795" x="1897063" y="4205288"/>
          <p14:tracePt t="17812" x="1973263" y="4251325"/>
          <p14:tracePt t="17834" x="1982788" y="4251325"/>
          <p14:tracePt t="17841" x="2049463" y="4291013"/>
          <p14:tracePt t="17841" x="2058988" y="4303713"/>
          <p14:tracePt t="17857" x="2093913" y="4313238"/>
          <p14:tracePt t="17879" x="2125663" y="4335463"/>
          <p14:tracePt t="17879" x="2125663" y="4344988"/>
          <p14:tracePt t="17896" x="2165350" y="4379913"/>
          <p14:tracePt t="17914" x="2201863" y="4419600"/>
          <p14:tracePt t="17934" x="2232025" y="4465638"/>
          <p14:tracePt t="17935" x="2232025" y="4473575"/>
          <p14:tracePt t="17952" x="2241550" y="4487863"/>
          <p14:tracePt t="17952" x="2263775" y="4510088"/>
          <p14:tracePt t="17967" x="2286000" y="4518025"/>
          <p14:tracePt t="17987" x="2308225" y="4527550"/>
          <p14:tracePt t="18049" x="2317750" y="4527550"/>
          <p14:tracePt t="18458" x="2308225" y="4518025"/>
          <p14:tracePt t="19123" x="2295525" y="4518025"/>
          <p14:tracePt t="19154" x="2276475" y="4518025"/>
          <p14:tracePt t="19174" x="2263775" y="4518025"/>
          <p14:tracePt t="19175" x="2241550" y="4518025"/>
          <p14:tracePt t="19193" x="2209800" y="4518025"/>
          <p14:tracePt t="19193" x="2201863" y="4518025"/>
          <p14:tracePt t="19210" x="2147888" y="4527550"/>
          <p14:tracePt t="19211" x="2133600" y="4540250"/>
          <p14:tracePt t="19230" x="2058988" y="4549775"/>
          <p14:tracePt t="19231" x="2049463" y="4549775"/>
          <p14:tracePt t="19253" x="1951038" y="4562475"/>
          <p14:tracePt t="19257" x="1941513" y="4562475"/>
          <p14:tracePt t="19257" x="1919288" y="4562475"/>
          <p14:tracePt t="19273" x="1866900" y="4562475"/>
          <p14:tracePt t="19274" x="1852613" y="4562475"/>
          <p14:tracePt t="19291" x="1822450" y="4562475"/>
          <p14:tracePt t="19308" x="1812925" y="4549775"/>
          <p14:tracePt t="19387" x="1812925" y="4540250"/>
          <p14:tracePt t="19409" x="1812925" y="4510088"/>
          <p14:tracePt t="19410" x="1822450" y="4495800"/>
          <p14:tracePt t="19410" x="1822450" y="4487863"/>
          <p14:tracePt t="19431" x="1844675" y="4433888"/>
          <p14:tracePt t="19431" x="1844675" y="4419600"/>
          <p14:tracePt t="19450" x="1835150" y="4357688"/>
          <p14:tracePt t="19452" x="1835150" y="4344988"/>
          <p14:tracePt t="19471" x="1798638" y="4303713"/>
          <p14:tracePt t="19472" x="1790700" y="4303713"/>
          <p14:tracePt t="19492" x="1736725" y="4281488"/>
          <p14:tracePt t="19492" x="1724025" y="4281488"/>
          <p14:tracePt t="19511" x="1608138" y="4259263"/>
          <p14:tracePt t="19512" x="1593850" y="4259263"/>
          <p14:tracePt t="19513" x="1584325" y="4259263"/>
          <p14:tracePt t="19513" x="1576388" y="4259263"/>
          <p14:tracePt t="19530" x="1423988" y="4251325"/>
          <p14:tracePt t="19530" x="1401763" y="4251325"/>
          <p14:tracePt t="19547" x="1227138" y="4259263"/>
          <p14:tracePt t="19547" x="1204913" y="4259263"/>
          <p14:tracePt t="19565" x="1081088" y="4291013"/>
          <p14:tracePt t="19589" x="1066800" y="4291013"/>
          <p14:tracePt t="19590" x="1036638" y="4322763"/>
          <p14:tracePt t="19606" x="1044575" y="4322763"/>
          <p14:tracePt t="19624" x="1058863" y="4335463"/>
          <p14:tracePt t="19659" x="1058863" y="4322763"/>
          <p14:tracePt t="19680" x="1066800" y="4291013"/>
          <p14:tracePt t="19681" x="1066800" y="4268788"/>
          <p14:tracePt t="19682" x="1066800" y="4259263"/>
          <p14:tracePt t="19705" x="1066800" y="4130675"/>
          <p14:tracePt t="19706" x="1066800" y="4098925"/>
          <p14:tracePt t="19706" x="1066800" y="4084638"/>
          <p14:tracePt t="19722" x="1044575" y="3946525"/>
          <p14:tracePt t="19740" x="1004888" y="3741738"/>
          <p14:tracePt t="19757" x="960438" y="3505200"/>
          <p14:tracePt t="19760" x="950913" y="3460750"/>
          <p14:tracePt t="19760" x="950913" y="3419475"/>
          <p14:tracePt t="19776" x="906463" y="3108325"/>
          <p14:tracePt t="19776" x="893763" y="3084513"/>
          <p14:tracePt t="19792" x="862013" y="2751138"/>
          <p14:tracePt t="19793" x="862013" y="2719388"/>
          <p14:tracePt t="19812" x="839788" y="2544763"/>
          <p14:tracePt t="19848" x="839788" y="2536825"/>
          <p14:tracePt t="20216" x="839788" y="2522538"/>
          <p14:tracePt t="21379" x="839788" y="2536825"/>
          <p14:tracePt t="21395" x="884238" y="2566988"/>
          <p14:tracePt t="21413" x="982663" y="2608263"/>
          <p14:tracePt t="21433" x="1089025" y="2665413"/>
          <p14:tracePt t="21435" x="1098550" y="2665413"/>
          <p14:tracePt t="21452" x="1174750" y="2697163"/>
          <p14:tracePt t="21452" x="1187450" y="2697163"/>
          <p14:tracePt t="21475" x="1303338" y="2719388"/>
          <p14:tracePt t="21475" x="1423988" y="2727325"/>
          <p14:tracePt t="21492" x="1714500" y="2751138"/>
          <p14:tracePt t="21493" x="1724025" y="2751138"/>
          <p14:tracePt t="21510" x="2027238" y="2751138"/>
          <p14:tracePt t="21528" x="2254250" y="2751138"/>
          <p14:tracePt t="21529" x="2263775" y="2751138"/>
          <p14:tracePt t="21529" x="2286000" y="2751138"/>
          <p14:tracePt t="21545" x="2384425" y="2751138"/>
          <p14:tracePt t="21570" x="2393950" y="2751138"/>
          <p14:tracePt t="22470" x="2406650" y="2781300"/>
          <p14:tracePt t="22488" x="2446338" y="2933700"/>
          <p14:tracePt t="22488" x="2446338" y="2955925"/>
          <p14:tracePt t="22504" x="2536825" y="3148013"/>
          <p14:tracePt t="22505" x="2544763" y="3160713"/>
          <p14:tracePt t="22506" x="2554288" y="3179763"/>
          <p14:tracePt t="22523" x="2674938" y="3375025"/>
          <p14:tracePt t="22524" x="2682875" y="3384550"/>
          <p14:tracePt t="22542" x="2751138" y="3473450"/>
          <p14:tracePt t="22542" x="2751138" y="3482975"/>
          <p14:tracePt t="22543" x="2759075" y="3482975"/>
          <p14:tracePt t="22563" x="2759075" y="3490913"/>
          <p14:tracePt t="23679" x="2781300" y="3527425"/>
          <p14:tracePt t="23699" x="2835275" y="3611563"/>
          <p14:tracePt t="23721" x="2867025" y="3656013"/>
          <p14:tracePt t="23722" x="2879725" y="3665538"/>
          <p14:tracePt t="23740" x="2911475" y="3687763"/>
          <p14:tracePt t="23761" x="2919413" y="3697288"/>
          <p14:tracePt t="23854" x="2919413" y="3709988"/>
          <p14:tracePt t="23884" x="2911475" y="3709988"/>
          <p14:tracePt t="23885" x="2901950" y="3709988"/>
          <p14:tracePt t="23899" x="2879725" y="3709988"/>
          <p14:tracePt t="27374" x="2901950" y="3687763"/>
          <p14:tracePt t="27390" x="2978150" y="3621088"/>
          <p14:tracePt t="27391" x="2978150" y="3611563"/>
          <p14:tracePt t="27391" x="2987675" y="3611563"/>
          <p14:tracePt t="27410" x="3201988" y="3330575"/>
          <p14:tracePt t="27410" x="3214688" y="3308350"/>
          <p14:tracePt t="27431" x="3438525" y="2879725"/>
          <p14:tracePt t="27432" x="3438525" y="2867025"/>
          <p14:tracePt t="27432" x="3460750" y="2835275"/>
          <p14:tracePt t="27450" x="3567113" y="2576513"/>
          <p14:tracePt t="27450" x="3567113" y="2554288"/>
          <p14:tracePt t="27465" x="3589338" y="2438400"/>
          <p14:tracePt t="27490" x="3567113" y="2416175"/>
          <p14:tracePt t="27491" x="3559175" y="2416175"/>
          <p14:tracePt t="27506" x="3482975" y="2424113"/>
          <p14:tracePt t="27527" x="3246438" y="2460625"/>
          <p14:tracePt t="27545" x="2867025" y="2500313"/>
          <p14:tracePt t="27564" x="2446338" y="2608263"/>
          <p14:tracePt t="27579" x="2263775" y="2719388"/>
          <p14:tracePt t="27579" x="2254250" y="2727325"/>
          <p14:tracePt t="27599" x="2027238" y="2965450"/>
          <p14:tracePt t="27600" x="2017713" y="2987675"/>
          <p14:tracePt t="27600" x="2005013" y="2995613"/>
          <p14:tracePt t="27623" x="1866900" y="3254375"/>
          <p14:tracePt t="27625" x="1844675" y="3352800"/>
          <p14:tracePt t="27625" x="1835150" y="3397250"/>
          <p14:tracePt t="27626" x="1822450" y="3406775"/>
          <p14:tracePt t="27642" x="1812925" y="3643313"/>
          <p14:tracePt t="27642" x="1812925" y="3656013"/>
          <p14:tracePt t="27659" x="1852613" y="3786188"/>
          <p14:tracePt t="27660" x="1866900" y="3795713"/>
          <p14:tracePt t="27660" x="1874838" y="3808413"/>
          <p14:tracePt t="27683" x="1973263" y="3840163"/>
          <p14:tracePt t="27707" x="2058988" y="3817938"/>
          <p14:tracePt t="27708" x="2081213" y="3795713"/>
          <p14:tracePt t="27708" x="2093913" y="3795713"/>
          <p14:tracePt t="27725" x="2187575" y="3679825"/>
          <p14:tracePt t="27725" x="2201863" y="3665538"/>
          <p14:tracePt t="27742" x="2308225" y="3527425"/>
          <p14:tracePt t="27743" x="2317750" y="3513138"/>
          <p14:tracePt t="27743" x="2317750" y="3505200"/>
          <p14:tracePt t="27763" x="2460625" y="3344863"/>
          <p14:tracePt t="27764" x="2460625" y="3330575"/>
          <p14:tracePt t="27765" x="2468563" y="3322638"/>
          <p14:tracePt t="27781" x="2566988" y="3192463"/>
          <p14:tracePt t="27820" x="2589213" y="3108325"/>
          <p14:tracePt t="27820" x="2589213" y="3094038"/>
          <p14:tracePt t="27842" x="2576513" y="3108325"/>
          <p14:tracePt t="27864" x="2513013" y="3201988"/>
          <p14:tracePt t="27865" x="2513013" y="3214688"/>
          <p14:tracePt t="27865" x="2500313" y="3214688"/>
          <p14:tracePt t="27881" x="2424113" y="3352800"/>
          <p14:tracePt t="27881" x="2416175" y="3367088"/>
          <p14:tracePt t="27908" x="2362200" y="3536950"/>
          <p14:tracePt t="27909" x="2362200" y="3603625"/>
          <p14:tracePt t="27909" x="2362200" y="3611563"/>
          <p14:tracePt t="27925" x="2370138" y="3709988"/>
          <p14:tracePt t="27927" x="2384425" y="3719513"/>
          <p14:tracePt t="27928" x="2384425" y="3732213"/>
          <p14:tracePt t="27946" x="2438400" y="3773488"/>
          <p14:tracePt t="27967" x="2468563" y="3773488"/>
          <p14:tracePt t="27991" x="2500313" y="3741738"/>
          <p14:tracePt t="27992" x="2513013" y="3719513"/>
          <p14:tracePt t="27993" x="2513013" y="3709988"/>
          <p14:tracePt t="28011" x="2536825" y="3567113"/>
          <p14:tracePt t="28030" x="2500313" y="3384550"/>
          <p14:tracePt t="28031" x="2500313" y="3375025"/>
          <p14:tracePt t="28048" x="2478088" y="3322638"/>
          <p14:tracePt t="28084" x="2478088" y="3308350"/>
          <p14:tracePt t="28099" x="2478088" y="3322638"/>
          <p14:tracePt t="28117" x="2478088" y="3352800"/>
          <p14:tracePt t="28133" x="2478088" y="3367088"/>
          <p14:tracePt t="28397" x="2478088" y="3322638"/>
          <p14:tracePt t="28397" x="2478088" y="3308350"/>
          <p14:tracePt t="28412" x="2446338" y="3160713"/>
          <p14:tracePt t="28434" x="2416175" y="2995613"/>
          <p14:tracePt t="28453" x="2416175" y="2933700"/>
          <p14:tracePt t="28455" x="2416175" y="2919413"/>
          <p14:tracePt t="28456" x="2416175" y="2911475"/>
          <p14:tracePt t="28473" x="2406650" y="2901950"/>
          <p14:tracePt t="28523" x="2393950" y="2933700"/>
          <p14:tracePt t="28541" x="2370138" y="3009900"/>
          <p14:tracePt t="28541" x="2362200" y="3017838"/>
          <p14:tracePt t="28542" x="2362200" y="3032125"/>
          <p14:tracePt t="28559" x="2339975" y="3148013"/>
          <p14:tracePt t="28578" x="2347913" y="3290888"/>
          <p14:tracePt t="28604" x="2393950" y="3419475"/>
          <p14:tracePt t="28605" x="2416175" y="3438525"/>
          <p14:tracePt t="28622" x="2460625" y="3473450"/>
          <p14:tracePt t="28645" x="2513013" y="3460750"/>
          <p14:tracePt t="28664" x="2566988" y="3406775"/>
          <p14:tracePt t="28665" x="2566988" y="3397250"/>
          <p14:tracePt t="28665" x="2576513" y="3397250"/>
          <p14:tracePt t="28690" x="2630488" y="3268663"/>
          <p14:tracePt t="28691" x="2652713" y="3214688"/>
          <p14:tracePt t="28691" x="2652713" y="3201988"/>
          <p14:tracePt t="28707" x="2652713" y="3040063"/>
          <p14:tracePt t="28708" x="2652713" y="3032125"/>
          <p14:tracePt t="28728" x="2566988" y="2835275"/>
          <p14:tracePt t="28729" x="2566988" y="2825750"/>
          <p14:tracePt t="28729" x="2554288" y="2813050"/>
          <p14:tracePt t="28745" x="2460625" y="2719388"/>
          <p14:tracePt t="28762" x="2384425" y="2674938"/>
          <p14:tracePt t="28764" x="2370138" y="2674938"/>
          <p14:tracePt t="28782" x="2308225" y="2665413"/>
          <p14:tracePt t="28800" x="2241550" y="2674938"/>
          <p14:tracePt t="28818" x="2187575" y="2719388"/>
          <p14:tracePt t="28843" x="2111375" y="2825750"/>
          <p14:tracePt t="28844" x="2103438" y="2847975"/>
          <p14:tracePt t="28860" x="2036763" y="2933700"/>
          <p14:tracePt t="28861" x="2027238" y="2941638"/>
          <p14:tracePt t="28882" x="1928813" y="3108325"/>
          <p14:tracePt t="28900" x="1897063" y="3201988"/>
          <p14:tracePt t="28903" x="1897063" y="3214688"/>
          <p14:tracePt t="28905" x="1897063" y="3224213"/>
          <p14:tracePt t="28906" x="1897063" y="3236913"/>
          <p14:tracePt t="28923" x="1897063" y="3254375"/>
          <p14:tracePt t="28988" x="1919288" y="3236913"/>
          <p14:tracePt t="28988" x="1919288" y="3224213"/>
          <p14:tracePt t="29010" x="1941513" y="3170238"/>
          <p14:tracePt t="29010" x="1951038" y="3125788"/>
          <p14:tracePt t="29031" x="1982788" y="2978150"/>
          <p14:tracePt t="29032" x="1982788" y="2955925"/>
          <p14:tracePt t="29033" x="1982788" y="2933700"/>
          <p14:tracePt t="29033" x="1982788" y="2919413"/>
          <p14:tracePt t="29049" x="1973263" y="2781300"/>
          <p14:tracePt t="29066" x="1965325" y="2705100"/>
          <p14:tracePt t="29088" x="1951038" y="2682875"/>
          <p14:tracePt t="29140" x="1951038" y="2674938"/>
          <p14:tracePt t="29156" x="1941513" y="2665413"/>
          <p14:tracePt t="29173" x="1928813" y="2630488"/>
          <p14:tracePt t="29197" x="1897063" y="2566988"/>
          <p14:tracePt t="29198" x="1897063" y="2554288"/>
          <p14:tracePt t="29214" x="1866900" y="2513013"/>
          <p14:tracePt t="29240" x="1835150" y="2490788"/>
          <p14:tracePt t="29241" x="1822450" y="2490788"/>
          <p14:tracePt t="29258" x="1812925" y="2500313"/>
          <p14:tracePt t="29258" x="1798638" y="2500313"/>
          <p14:tracePt t="29276" x="1758950" y="2544763"/>
          <p14:tracePt t="29297" x="1704975" y="2652713"/>
          <p14:tracePt t="29298" x="1692275" y="2665413"/>
          <p14:tracePt t="29316" x="1638300" y="2813050"/>
          <p14:tracePt t="29334" x="1608138" y="2955925"/>
          <p14:tracePt t="29356" x="1593850" y="3062288"/>
          <p14:tracePt t="29357" x="1593850" y="3084513"/>
          <p14:tracePt t="29357" x="1593850" y="3094038"/>
          <p14:tracePt t="29373" x="1608138" y="3160713"/>
          <p14:tracePt t="29373" x="1608138" y="3170238"/>
          <p14:tracePt t="29393" x="1638300" y="3236913"/>
          <p14:tracePt t="29410" x="1670050" y="3276600"/>
          <p14:tracePt t="29411" x="1670050" y="3290888"/>
          <p14:tracePt t="29411" x="1682750" y="3290888"/>
          <p14:tracePt t="29431" x="1736725" y="3298825"/>
          <p14:tracePt t="29453" x="1844675" y="3276600"/>
          <p14:tracePt t="29456" x="1852613" y="3254375"/>
          <p14:tracePt t="29456" x="1866900" y="3254375"/>
          <p14:tracePt t="29473" x="1995488" y="3170238"/>
          <p14:tracePt t="29474" x="2005013" y="3160713"/>
          <p14:tracePt t="29474" x="2017713" y="3148013"/>
          <p14:tracePt t="29494" x="2224088" y="2978150"/>
          <p14:tracePt t="29495" x="2232025" y="2965450"/>
          <p14:tracePt t="29495" x="2241550" y="2955925"/>
          <p14:tracePt t="29496" x="2254250" y="2941638"/>
          <p14:tracePt t="29515" x="2393950" y="2781300"/>
          <p14:tracePt t="29516" x="2406650" y="2773363"/>
          <p14:tracePt t="29517" x="2406650" y="2759075"/>
          <p14:tracePt t="29517" x="2416175" y="2759075"/>
          <p14:tracePt t="29534" x="2478088" y="2665413"/>
          <p14:tracePt t="29550" x="2500313" y="2608263"/>
          <p14:tracePt t="29571" x="2500313" y="2576513"/>
          <p14:tracePt t="29605" x="2490788" y="2566988"/>
          <p14:tracePt t="29755" x="2478088" y="2554288"/>
          <p14:tracePt t="29778" x="2460625" y="2544763"/>
          <p14:tracePt t="29779" x="2438400" y="2536825"/>
          <p14:tracePt t="29779" x="2424113" y="2536825"/>
          <p14:tracePt t="29795" x="2362200" y="2490788"/>
          <p14:tracePt t="29816" x="2201863" y="2438400"/>
          <p14:tracePt t="29816" x="2187575" y="2438400"/>
          <p14:tracePt t="29834" x="2058988" y="2438400"/>
          <p14:tracePt t="29834" x="2049463" y="2438400"/>
          <p14:tracePt t="29857" x="1951038" y="2460625"/>
          <p14:tracePt t="29858" x="1928813" y="2468563"/>
          <p14:tracePt t="29874" x="1874838" y="2544763"/>
          <p14:tracePt t="29874" x="1866900" y="2554288"/>
          <p14:tracePt t="29896" x="1835150" y="2674938"/>
          <p14:tracePt t="29896" x="1835150" y="2682875"/>
          <p14:tracePt t="29915" x="1835150" y="2879725"/>
          <p14:tracePt t="29934" x="1852613" y="3040063"/>
          <p14:tracePt t="29952" x="1852613" y="3062288"/>
          <p14:tracePt t="29952" x="1897063" y="3192463"/>
          <p14:tracePt t="29974" x="1951038" y="3268663"/>
          <p14:tracePt t="29975" x="1973263" y="3290888"/>
          <p14:tracePt t="29991" x="2017713" y="3322638"/>
          <p14:tracePt t="30012" x="2058988" y="3330575"/>
          <p14:tracePt t="30013" x="2071688" y="3330575"/>
          <p14:tracePt t="30031" x="2133600" y="3330575"/>
          <p14:tracePt t="30031" x="2147888" y="3330575"/>
          <p14:tracePt t="30032" x="2155825" y="3322638"/>
          <p14:tracePt t="30049" x="2295525" y="3268663"/>
          <p14:tracePt t="30050" x="2308225" y="3254375"/>
          <p14:tracePt t="30068" x="2500313" y="3179763"/>
          <p14:tracePt t="30091" x="2513013" y="3170238"/>
          <p14:tracePt t="30092" x="2759075" y="3049588"/>
          <p14:tracePt t="30093" x="2773363" y="3049588"/>
          <p14:tracePt t="30112" x="2867025" y="2995613"/>
          <p14:tracePt t="30113" x="2867025" y="2987675"/>
          <p14:tracePt t="30129" x="2889250" y="2965450"/>
          <p14:tracePt t="30848" x="2879725" y="2933700"/>
          <p14:tracePt t="30863" x="2835275" y="2847975"/>
          <p14:tracePt t="30863" x="2835275" y="2835275"/>
          <p14:tracePt t="30880" x="2727325" y="2608263"/>
          <p14:tracePt t="30901" x="2727325" y="2598738"/>
          <p14:tracePt t="30905" x="2536825" y="2295525"/>
          <p14:tracePt t="30906" x="2490788" y="2241550"/>
          <p14:tracePt t="30906" x="2478088" y="2224088"/>
          <p14:tracePt t="30907" x="2468563" y="2209800"/>
          <p14:tracePt t="30922" x="2295525" y="2071688"/>
          <p14:tracePt t="30922" x="2286000" y="2071688"/>
          <p14:tracePt t="30938" x="2103438" y="2017713"/>
          <p14:tracePt t="30938" x="2081213" y="2017713"/>
          <p14:tracePt t="30961" x="1822450" y="2103438"/>
          <p14:tracePt t="30962" x="1822450" y="2111375"/>
          <p14:tracePt t="30962" x="1798638" y="2111375"/>
          <p14:tracePt t="30979" x="1562100" y="2347913"/>
          <p14:tracePt t="30979" x="1554163" y="2362200"/>
          <p14:tracePt t="30980" x="1539875" y="2384425"/>
          <p14:tracePt t="30997" x="1281113" y="2727325"/>
          <p14:tracePt t="31013" x="1133475" y="3040063"/>
          <p14:tracePt t="31014" x="1120775" y="3062288"/>
          <p14:tracePt t="31014" x="1111250" y="3094038"/>
          <p14:tracePt t="31033" x="1036638" y="3567113"/>
          <p14:tracePt t="31034" x="1036638" y="3581400"/>
          <p14:tracePt t="31057" x="1098550" y="3840163"/>
          <p14:tracePt t="31058" x="1143000" y="3879850"/>
          <p14:tracePt t="31059" x="1152525" y="3894138"/>
          <p14:tracePt t="31074" x="1273175" y="3946525"/>
          <p14:tracePt t="31075" x="1281113" y="3946525"/>
          <p14:tracePt t="31098" x="1500188" y="3968750"/>
          <p14:tracePt t="31098" x="1509713" y="3968750"/>
          <p14:tracePt t="31115" x="1704975" y="3956050"/>
          <p14:tracePt t="31116" x="1714500" y="3956050"/>
          <p14:tracePt t="31116" x="1724025" y="3956050"/>
          <p14:tracePt t="31133" x="1852613" y="3916363"/>
          <p14:tracePt t="31133" x="1866900" y="3916363"/>
          <p14:tracePt t="31134" x="1866900" y="3902075"/>
          <p14:tracePt t="31151" x="1965325" y="3862388"/>
          <p14:tracePt t="31152" x="1973263" y="3862388"/>
          <p14:tracePt t="31167" x="2027238" y="3817938"/>
          <p14:tracePt t="31174" x="2049463" y="3795713"/>
          <p14:tracePt t="31193" x="2081213" y="3741738"/>
          <p14:tracePt t="31194" x="2093913" y="3732213"/>
          <p14:tracePt t="31210" x="2103438" y="3697288"/>
          <p14:tracePt t="31232" x="2111375" y="3679825"/>
          <p14:tracePt t="31249" x="2111375" y="3665538"/>
          <p14:tracePt t="31266" x="2111375" y="3656013"/>
          <p14:tracePt t="31328" x="2133600" y="3665538"/>
          <p14:tracePt t="31344" x="2179638" y="3687763"/>
          <p14:tracePt t="31371" x="2276475" y="3741738"/>
          <p14:tracePt t="31371" x="2308225" y="3763963"/>
          <p14:tracePt t="31389" x="2384425" y="3795713"/>
          <p14:tracePt t="31389" x="2384425" y="3808413"/>
          <p14:tracePt t="31390" x="2393950" y="3808413"/>
          <p14:tracePt t="31407" x="2438400" y="3825875"/>
          <p14:tracePt t="31407" x="2446338" y="3825875"/>
          <p14:tracePt t="31431" x="2478088" y="3848100"/>
          <p14:tracePt t="31923" x="2468563" y="3848100"/>
          <p14:tracePt t="33714" x="2460625" y="3862388"/>
          <p14:tracePt t="33729" x="2446338" y="3862388"/>
          <p14:tracePt t="34186" x="2446338" y="3870325"/>
          <p14:tracePt t="34201" x="2438400" y="3870325"/>
          <p14:tracePt t="34218" x="2438400" y="3879850"/>
          <p14:tracePt t="34486" x="2446338" y="3879850"/>
          <p14:tracePt t="34500" x="2460625" y="3870325"/>
          <p14:tracePt t="34517" x="2468563" y="3862388"/>
          <p14:tracePt t="34542" x="2478088" y="3862388"/>
          <p14:tracePt t="34543" x="2478088" y="3848100"/>
          <p14:tracePt t="34560" x="2490788" y="3848100"/>
          <p14:tracePt t="34800" x="2500313" y="3848100"/>
          <p14:tracePt t="34833" x="2513013" y="3848100"/>
          <p14:tracePt t="34834" x="2522538" y="3840163"/>
          <p14:tracePt t="34849" x="2536825" y="3840163"/>
          <p14:tracePt t="34878" x="2544763" y="3840163"/>
          <p14:tracePt t="34898" x="2544763" y="3825875"/>
          <p14:tracePt t="35173" x="2554288" y="3825875"/>
          <p14:tracePt t="37866" x="2544763" y="3825875"/>
          <p14:tracePt t="37882" x="2478088" y="3862388"/>
          <p14:tracePt t="37882" x="2478088" y="3870325"/>
          <p14:tracePt t="37898" x="2362200" y="3938588"/>
          <p14:tracePt t="37924" x="2201863" y="4032250"/>
          <p14:tracePt t="37925" x="2147888" y="4054475"/>
          <p14:tracePt t="37925" x="2147888" y="4076700"/>
          <p14:tracePt t="37926" x="2125663" y="4076700"/>
          <p14:tracePt t="37943" x="1995488" y="4175125"/>
          <p14:tracePt t="37944" x="1973263" y="4183063"/>
          <p14:tracePt t="37966" x="1889125" y="4251325"/>
          <p14:tracePt t="37990" x="1874838" y="4259263"/>
          <p14:tracePt t="38232" x="1889125" y="4259263"/>
          <p14:tracePt t="38247" x="1941513" y="4291013"/>
          <p14:tracePt t="38266" x="2027238" y="4335463"/>
          <p14:tracePt t="38283" x="2036763" y="4335463"/>
          <p14:tracePt t="38284" x="2093913" y="4344988"/>
          <p14:tracePt t="38290" x="2103438" y="4344988"/>
          <p14:tracePt t="38327" x="2125663" y="4344988"/>
          <p14:tracePt t="38327" x="2147888" y="4344988"/>
          <p14:tracePt t="38342" x="2165350" y="4344988"/>
          <p14:tracePt t="38365" x="2209800" y="4322763"/>
          <p14:tracePt t="38388" x="2263775" y="4313238"/>
          <p14:tracePt t="38389" x="2286000" y="4313238"/>
          <p14:tracePt t="38409" x="2460625" y="4313238"/>
          <p14:tracePt t="38410" x="2468563" y="4313238"/>
          <p14:tracePt t="38410" x="2478088" y="4313238"/>
          <p14:tracePt t="38427" x="2736850" y="4357688"/>
          <p14:tracePt t="38445" x="3138488" y="4441825"/>
          <p14:tracePt t="38446" x="3170238" y="4451350"/>
          <p14:tracePt t="38463" x="3741738" y="4549775"/>
          <p14:tracePt t="38478" x="4251325" y="4616450"/>
          <p14:tracePt t="38479" x="4259263" y="4616450"/>
          <p14:tracePt t="38479" x="4291013" y="4616450"/>
          <p14:tracePt t="38498" x="5022850" y="4648200"/>
          <p14:tracePt t="38498" x="5059363" y="4648200"/>
          <p14:tracePt t="38513" x="5594350" y="4648200"/>
          <p14:tracePt t="38531" x="6188075" y="4581525"/>
          <p14:tracePt t="38546" x="6554788" y="4518025"/>
          <p14:tracePt t="38547" x="6577013" y="4518025"/>
          <p14:tracePt t="38565" x="6813550" y="4441825"/>
          <p14:tracePt t="38583" x="6911975" y="4379913"/>
          <p14:tracePt t="38584" x="6911975" y="4367213"/>
          <p14:tracePt t="38607" x="6919913" y="4322763"/>
          <p14:tracePt t="38608" x="6919913" y="4313238"/>
          <p14:tracePt t="38626" x="6889750" y="4291013"/>
          <p14:tracePt t="38643" x="6889750" y="4281488"/>
          <p14:tracePt t="38681" x="6919913" y="4259263"/>
          <p14:tracePt t="38682" x="6919913" y="4251325"/>
          <p14:tracePt t="38683" x="6934200" y="4251325"/>
          <p14:tracePt t="38699" x="6996113" y="4192588"/>
          <p14:tracePt t="38699" x="6996113" y="4183063"/>
          <p14:tracePt t="38700" x="7010400" y="4183063"/>
          <p14:tracePt t="38718" x="7062788" y="4076700"/>
          <p14:tracePt t="38726" x="7062788" y="4062413"/>
          <p14:tracePt t="38727" x="7085013" y="4010025"/>
          <p14:tracePt t="38727" x="7085013" y="4000500"/>
          <p14:tracePt t="38743" x="7094538" y="3894138"/>
          <p14:tracePt t="38767" x="7062788" y="3808413"/>
          <p14:tracePt t="38771" x="7050088" y="3808413"/>
          <p14:tracePt t="38772" x="7050088" y="3795713"/>
          <p14:tracePt t="38807" x="7040563" y="3786188"/>
          <p14:tracePt t="38807" x="7032625" y="3786188"/>
          <p14:tracePt t="38842" x="7032625" y="3763963"/>
          <p14:tracePt t="38859" x="7032625" y="3751263"/>
          <p14:tracePt t="38877" x="7032625" y="3732213"/>
          <p14:tracePt t="38878" x="7032625" y="3719513"/>
          <p14:tracePt t="38897" x="7040563" y="3719513"/>
          <p14:tracePt t="38989" x="7032625" y="3697288"/>
          <p14:tracePt t="39005" x="7018338" y="3679825"/>
          <p14:tracePt t="39006" x="7018338" y="3665538"/>
          <p14:tracePt t="39027" x="6978650" y="3633788"/>
          <p14:tracePt t="39028" x="6965950" y="3621088"/>
          <p14:tracePt t="39049" x="6911975" y="3603625"/>
          <p14:tracePt t="39049" x="6902450" y="3589338"/>
          <p14:tracePt t="39065" x="6858000" y="3581400"/>
          <p14:tracePt t="39102" x="6826250" y="3581400"/>
          <p14:tracePt t="39103" x="6813550" y="3581400"/>
          <p14:tracePt t="39104" x="6804025" y="3581400"/>
          <p14:tracePt t="39127" x="6781800" y="3603625"/>
          <p14:tracePt t="39128" x="6759575" y="3611563"/>
          <p14:tracePt t="39128" x="6759575" y="3621088"/>
          <p14:tracePt t="39144" x="6737350" y="3665538"/>
          <p14:tracePt t="39164" x="6705600" y="3741738"/>
          <p14:tracePt t="39165" x="6705600" y="3751263"/>
          <p14:tracePt t="39190" x="6727825" y="3848100"/>
          <p14:tracePt t="39191" x="6737350" y="3870325"/>
          <p14:tracePt t="39192" x="6751638" y="3879850"/>
          <p14:tracePt t="39209" x="6796088" y="3938588"/>
          <p14:tracePt t="39210" x="6804025" y="3938588"/>
          <p14:tracePt t="39230" x="6902450" y="4000500"/>
          <p14:tracePt t="39230" x="6911975" y="4000500"/>
          <p14:tracePt t="39249" x="7018338" y="4044950"/>
          <p14:tracePt t="39273" x="7126288" y="4062413"/>
          <p14:tracePt t="39274" x="7148513" y="4062413"/>
          <p14:tracePt t="39292" x="7202488" y="4054475"/>
          <p14:tracePt t="39310" x="7215188" y="4032250"/>
          <p14:tracePt t="39333" x="7224713" y="3990975"/>
          <p14:tracePt t="39333" x="7224713" y="3978275"/>
          <p14:tracePt t="39357" x="7224713" y="3924300"/>
          <p14:tracePt t="39357" x="7224713" y="3902075"/>
          <p14:tracePt t="39374" x="7202488" y="3862388"/>
          <p14:tracePt t="39393" x="7180263" y="3808413"/>
          <p14:tracePt t="39412" x="7138988" y="3773488"/>
          <p14:tracePt t="39430" x="7108825" y="3751263"/>
          <p14:tracePt t="39448" x="7062788" y="3741738"/>
          <p14:tracePt t="39449" x="7050088" y="3741738"/>
          <p14:tracePt t="39466" x="7010400" y="3741738"/>
          <p14:tracePt t="39489" x="6934200" y="3741738"/>
          <p14:tracePt t="39491" x="6919913" y="3751263"/>
          <p14:tracePt t="39492" x="6911975" y="3751263"/>
          <p14:tracePt t="39510" x="6858000" y="3751263"/>
          <p14:tracePt t="39528" x="6835775" y="3763963"/>
          <p14:tracePt t="39546" x="6826250" y="3773488"/>
          <p14:tracePt t="39581" x="6826250" y="3786188"/>
          <p14:tracePt t="39581" x="6813550" y="3795713"/>
          <p14:tracePt t="39596" x="6813550" y="3808413"/>
          <p14:tracePt t="39615" x="6813550" y="3840163"/>
          <p14:tracePt t="39632" x="6813550" y="3862388"/>
          <p14:tracePt t="39654" x="6813550" y="3870325"/>
          <p14:tracePt t="39678" x="6826250" y="3879850"/>
          <p14:tracePt t="39713" x="6835775" y="3894138"/>
          <p14:tracePt t="39731" x="6848475" y="3894138"/>
          <p14:tracePt t="39751" x="6867525" y="3916363"/>
          <p14:tracePt t="39789" x="6880225" y="3916363"/>
          <p14:tracePt t="39789" x="6889750" y="3924300"/>
          <p14:tracePt t="40100" x="6902450" y="3924300"/>
          <p14:tracePt t="40133" x="6919913" y="3924300"/>
          <p14:tracePt t="40156" x="6942138" y="3924300"/>
          <p14:tracePt t="40157" x="6956425" y="3924300"/>
          <p14:tracePt t="40176" x="6978650" y="3924300"/>
          <p14:tracePt t="40195" x="6988175" y="3916363"/>
          <p14:tracePt t="43416" x="6996113" y="3902075"/>
          <p14:tracePt t="43437" x="7050088" y="3763963"/>
          <p14:tracePt t="43439" x="7062788" y="3741738"/>
          <p14:tracePt t="43439" x="7072313" y="3709988"/>
          <p14:tracePt t="43440" x="7072313" y="3697288"/>
          <p14:tracePt t="43457" x="7108825" y="3429000"/>
          <p14:tracePt t="43457" x="7108825" y="3419475"/>
          <p14:tracePt t="43475" x="7094538" y="3009900"/>
          <p14:tracePt t="43490" x="7018338" y="2705100"/>
          <p14:tracePt t="43491" x="7018338" y="2697163"/>
          <p14:tracePt t="43491" x="7010400" y="2674938"/>
          <p14:tracePt t="43509" x="6781800" y="2384425"/>
          <p14:tracePt t="43528" x="6394450" y="2103438"/>
          <p14:tracePt t="43529" x="6362700" y="2081213"/>
          <p14:tracePt t="43529" x="6348413" y="2071688"/>
          <p14:tracePt t="43545" x="5768975" y="1906588"/>
          <p14:tracePt t="43546" x="5737225" y="1906588"/>
          <p14:tracePt t="43546" x="5692775" y="1906588"/>
          <p14:tracePt t="43563" x="5121275" y="1973263"/>
          <p14:tracePt t="43581" x="4549775" y="2276475"/>
          <p14:tracePt t="43582" x="4518025" y="2308225"/>
          <p14:tracePt t="43582" x="4495800" y="2330450"/>
          <p14:tracePt t="43583" x="4465638" y="2362200"/>
          <p14:tracePt t="43598" x="4098925" y="2879725"/>
          <p14:tracePt t="43615" x="3902075" y="3429000"/>
          <p14:tracePt t="43616" x="3902075" y="3451225"/>
          <p14:tracePt t="43616" x="3894138" y="3473450"/>
          <p14:tracePt t="43634" x="3924300" y="3862388"/>
          <p14:tracePt t="43635" x="3938588" y="3870325"/>
          <p14:tracePt t="43636" x="3946525" y="3894138"/>
          <p14:tracePt t="43636" x="3956050" y="3916363"/>
          <p14:tracePt t="43654" x="4130675" y="4121150"/>
          <p14:tracePt t="43654" x="4160838" y="4138613"/>
          <p14:tracePt t="43673" x="4495800" y="4268788"/>
          <p14:tracePt t="43673" x="4518025" y="4268788"/>
          <p14:tracePt t="43694" x="5121275" y="4281488"/>
          <p14:tracePt t="43709" x="5487988" y="4160838"/>
          <p14:tracePt t="43709" x="5510213" y="4138613"/>
          <p14:tracePt t="43729" x="5845175" y="3870325"/>
          <p14:tracePt t="43730" x="5853113" y="3870325"/>
          <p14:tracePt t="43731" x="5853113" y="3848100"/>
          <p14:tracePt t="43731" x="5867400" y="3840163"/>
          <p14:tracePt t="43732" x="5897563" y="3786188"/>
          <p14:tracePt t="43749" x="5965825" y="3482975"/>
          <p14:tracePt t="43750" x="5965825" y="3460750"/>
          <p14:tracePt t="43767" x="5867400" y="3108325"/>
          <p14:tracePt t="43768" x="5853113" y="3084513"/>
          <p14:tracePt t="43769" x="5845175" y="3062288"/>
          <p14:tracePt t="43786" x="5822950" y="3040063"/>
          <p14:tracePt t="43787" x="5554663" y="2759075"/>
          <p14:tracePt t="43787" x="5540375" y="2751138"/>
          <p14:tracePt t="43802" x="5227638" y="2620963"/>
          <p14:tracePt t="43803" x="5205413" y="2608263"/>
          <p14:tracePt t="43804" x="5187950" y="2598738"/>
          <p14:tracePt t="43804" x="5153025" y="2598738"/>
          <p14:tracePt t="43825" x="4776788" y="2608263"/>
          <p14:tracePt t="43826" x="4732338" y="2620963"/>
          <p14:tracePt t="43826" x="4656138" y="2643188"/>
          <p14:tracePt t="43846" x="4281488" y="2889250"/>
          <p14:tracePt t="43846" x="4259263" y="2901950"/>
          <p14:tracePt t="43861" x="4044950" y="3236913"/>
          <p14:tracePt t="43862" x="4044950" y="3254375"/>
          <p14:tracePt t="43881" x="3946525" y="3732213"/>
          <p14:tracePt t="43881" x="3946525" y="3751263"/>
          <p14:tracePt t="43882" x="3946525" y="3773488"/>
          <p14:tracePt t="43899" x="4044950" y="4108450"/>
          <p14:tracePt t="43899" x="4054475" y="4130675"/>
          <p14:tracePt t="43925" x="4281488" y="4335463"/>
          <p14:tracePt t="43926" x="4411663" y="4389438"/>
          <p14:tracePt t="43941" x="4648200" y="4441825"/>
          <p14:tracePt t="43962" x="4656138" y="4451350"/>
          <p14:tracePt t="43962" x="4951413" y="4451350"/>
          <p14:tracePt t="43963" x="4960938" y="4451350"/>
          <p14:tracePt t="43979" x="5067300" y="4433888"/>
          <p14:tracePt t="43980" x="5081588" y="4433888"/>
          <p14:tracePt t="43999" x="5121275" y="4397375"/>
          <p14:tracePt t="44463" x="5121275" y="4389438"/>
          <p14:tracePt t="47260" x="5133975" y="4379913"/>
          <p14:tracePt t="48615" x="5143500" y="4344988"/>
          <p14:tracePt t="48616" x="5153025" y="4344988"/>
          <p14:tracePt t="48630" x="5219700" y="4268788"/>
          <p14:tracePt t="48649" x="5303838" y="4160838"/>
          <p14:tracePt t="48667" x="5348288" y="4022725"/>
          <p14:tracePt t="48667" x="5348288" y="4000500"/>
          <p14:tracePt t="48668" x="5357813" y="4000500"/>
          <p14:tracePt t="48693" x="5380038" y="3773488"/>
          <p14:tracePt t="48694" x="5357813" y="3665538"/>
          <p14:tracePt t="48694" x="5357813" y="3656013"/>
          <p14:tracePt t="48710" x="5241925" y="3384550"/>
          <p14:tracePt t="48711" x="5227638" y="3367088"/>
          <p14:tracePt t="48726" x="5037138" y="3084513"/>
          <p14:tracePt t="48727" x="4991100" y="3032125"/>
          <p14:tracePt t="48748" x="4465638" y="2598738"/>
          <p14:tracePt t="48749" x="4433888" y="2589213"/>
          <p14:tracePt t="48767" x="3968750" y="2424113"/>
          <p14:tracePt t="48768" x="3924300" y="2416175"/>
          <p14:tracePt t="48768" x="3902075" y="2416175"/>
          <p14:tracePt t="48787" x="3559175" y="2424113"/>
          <p14:tracePt t="48787" x="3536950" y="2438400"/>
          <p14:tracePt t="48805" x="3344863" y="2719388"/>
          <p14:tracePt t="48806" x="3344863" y="2751138"/>
          <p14:tracePt t="48806" x="3330575" y="2759075"/>
          <p14:tracePt t="48825" x="3290888" y="3419475"/>
          <p14:tracePt t="48825" x="3290888" y="3460750"/>
          <p14:tracePt t="48844" x="3308350" y="3513138"/>
          <p14:tracePt t="48845" x="3460750" y="4130675"/>
          <p14:tracePt t="48846" x="3473450" y="4160838"/>
          <p14:tracePt t="48847" x="3505200" y="4227513"/>
          <p14:tracePt t="48847" x="3505200" y="4237038"/>
          <p14:tracePt t="48863" x="3697288" y="4540250"/>
          <p14:tracePt t="48882" x="3916363" y="4692650"/>
          <p14:tracePt t="48883" x="3938588" y="4702175"/>
          <p14:tracePt t="48883" x="3946525" y="4702175"/>
          <p14:tracePt t="48912" x="4227513" y="4710113"/>
          <p14:tracePt t="48912" x="4433888" y="4670425"/>
          <p14:tracePt t="48913" x="4441825" y="4656138"/>
          <p14:tracePt t="48929" x="4786313" y="4473575"/>
          <p14:tracePt t="48929" x="4808538" y="4451350"/>
          <p14:tracePt t="48945" x="5153025" y="4121150"/>
          <p14:tracePt t="48946" x="5175250" y="4098925"/>
          <p14:tracePt t="48947" x="5187950" y="4076700"/>
          <p14:tracePt t="48963" x="5424488" y="3679825"/>
          <p14:tracePt t="48964" x="5434013" y="3656013"/>
          <p14:tracePt t="48985" x="5500688" y="3201988"/>
          <p14:tracePt t="48986" x="5500688" y="3179763"/>
          <p14:tracePt t="49000" x="5434013" y="2955925"/>
          <p14:tracePt t="49023" x="5434013" y="2941638"/>
          <p14:tracePt t="49023" x="5281613" y="2857500"/>
          <p14:tracePt t="49043" x="5143500" y="2911475"/>
          <p14:tracePt t="49044" x="5111750" y="2933700"/>
          <p14:tracePt t="49062" x="4916488" y="3138488"/>
          <p14:tracePt t="49063" x="4894263" y="3148013"/>
          <p14:tracePt t="49063" x="4894263" y="3170238"/>
          <p14:tracePt t="49081" x="4656138" y="3581400"/>
          <p14:tracePt t="49081" x="4656138" y="3611563"/>
          <p14:tracePt t="49082" x="4648200" y="3633788"/>
          <p14:tracePt t="49099" x="4540250" y="4054475"/>
          <p14:tracePt t="49114" x="4510088" y="4322763"/>
          <p14:tracePt t="49133" x="4510088" y="4335463"/>
          <p14:tracePt t="49134" x="4549775" y="4419600"/>
          <p14:tracePt t="49158" x="4625975" y="4411663"/>
          <p14:tracePt t="49158" x="4670425" y="4389438"/>
          <p14:tracePt t="49159" x="4679950" y="4389438"/>
          <p14:tracePt t="49177" x="4852988" y="4291013"/>
          <p14:tracePt t="49178" x="4862513" y="4291013"/>
          <p14:tracePt t="49196" x="5067300" y="4130675"/>
          <p14:tracePt t="49196" x="5081588" y="4121150"/>
          <p14:tracePt t="49197" x="5089525" y="4108450"/>
          <p14:tracePt t="49215" x="5251450" y="3924300"/>
          <p14:tracePt t="49216" x="5264150" y="3916363"/>
          <p14:tracePt t="49239" x="5303838" y="3763963"/>
          <p14:tracePt t="49240" x="5303838" y="3732213"/>
          <p14:tracePt t="49259" x="5281613" y="3679825"/>
          <p14:tracePt t="49293" x="5273675" y="3665538"/>
          <p14:tracePt t="49294" x="5264150" y="3665538"/>
          <p14:tracePt t="49347" x="5251450" y="3679825"/>
          <p14:tracePt t="49348" x="5227638" y="3687763"/>
          <p14:tracePt t="49364" x="5205413" y="3687763"/>
          <p14:tracePt t="49382" x="5197475" y="3687763"/>
          <p14:tracePt t="49564" x="5187950" y="3687763"/>
          <p14:tracePt t="49595" x="5175250" y="3687763"/>
          <p14:tracePt t="49828" x="5175250" y="3679825"/>
          <p14:tracePt t="49843" x="5175250" y="3665538"/>
          <p14:tracePt t="49861" x="5187950" y="3656013"/>
          <p14:tracePt t="49881" x="5187950" y="3643313"/>
          <p14:tracePt t="49918" x="5187950" y="3633788"/>
          <p14:tracePt t="49935" x="5197475" y="3611563"/>
          <p14:tracePt t="49962" x="5197475" y="3603625"/>
          <p14:tracePt t="49963" x="5197475" y="3581400"/>
          <p14:tracePt t="49963" x="5197475" y="3567113"/>
          <p14:tracePt t="49979" x="5197475" y="3549650"/>
          <p14:tracePt t="50000" x="5187950" y="3527425"/>
          <p14:tracePt t="50017" x="5175250" y="3513138"/>
          <p14:tracePt t="50173" x="5175250" y="3505200"/>
          <p14:tracePt t="50194" x="5187950" y="3490913"/>
          <p14:tracePt t="50194" x="5187950" y="3482975"/>
          <p14:tracePt t="50211" x="5197475" y="3460750"/>
          <p14:tracePt t="50231" x="5219700" y="3451225"/>
          <p14:tracePt t="50249" x="5227638" y="3438525"/>
          <p14:tracePt t="50288" x="5241925" y="3438525"/>
          <p14:tracePt t="50290" x="5241925" y="3429000"/>
          <p14:tracePt t="50323" x="5219700" y="3419475"/>
          <p14:tracePt t="50324" x="5165725" y="3406775"/>
          <p14:tracePt t="50340" x="5133975" y="3438525"/>
          <p14:tracePt t="50341" x="5133975" y="3451225"/>
          <p14:tracePt t="50361" x="5133975" y="3482975"/>
          <p14:tracePt t="50908" x="5081588" y="3429000"/>
          <p14:tracePt t="50924" x="5022850" y="3330575"/>
          <p14:tracePt t="50943" x="5045075" y="3344863"/>
          <p14:tracePt t="50961" x="5045075" y="3352800"/>
          <p14:tracePt t="51050" x="5059363" y="3352800"/>
          <p14:tracePt t="51065" x="5067300" y="3352800"/>
          <p14:tracePt t="51084" x="5099050" y="3322638"/>
          <p14:tracePt t="51106" x="5153025" y="3298825"/>
          <p14:tracePt t="51109" x="5165725" y="3290888"/>
          <p14:tracePt t="51110" x="5175250" y="3276600"/>
          <p14:tracePt t="51129" x="5187950" y="3276600"/>
          <p14:tracePt t="51129" x="5264150" y="3224213"/>
          <p14:tracePt t="51130" x="5273675" y="3224213"/>
          <p14:tracePt t="51130" x="5281613" y="3224213"/>
          <p14:tracePt t="51146" x="5424488" y="3108325"/>
          <p14:tracePt t="51161" x="5616575" y="2919413"/>
          <p14:tracePt t="51182" x="5889625" y="2522538"/>
          <p14:tracePt t="51183" x="5907088" y="2500313"/>
          <p14:tracePt t="51184" x="5919788" y="2478088"/>
          <p14:tracePt t="51184" x="5942013" y="2446338"/>
          <p14:tracePt t="51201" x="5942013" y="2416175"/>
          <p14:tracePt t="51202" x="6094413" y="1928813"/>
          <p14:tracePt t="51203" x="6103938" y="1906588"/>
          <p14:tracePt t="51203" x="6103938" y="1874838"/>
          <p14:tracePt t="51204" x="6111875" y="1844675"/>
          <p14:tracePt t="51223" x="6094413" y="1401763"/>
          <p14:tracePt t="51224" x="6094413" y="1370013"/>
          <p14:tracePt t="51224" x="6072188" y="1347788"/>
          <p14:tracePt t="51225" x="6072188" y="1325563"/>
          <p14:tracePt t="51243" x="5867400" y="1066800"/>
          <p14:tracePt t="51244" x="5853113" y="1066800"/>
          <p14:tracePt t="51262" x="5532438" y="928688"/>
          <p14:tracePt t="51262" x="5510213" y="928688"/>
          <p14:tracePt t="51282" x="5005388" y="906463"/>
          <p14:tracePt t="51284" x="4968875" y="906463"/>
          <p14:tracePt t="51284" x="4968875" y="915988"/>
          <p14:tracePt t="51286" x="4884738" y="928688"/>
          <p14:tracePt t="51287" x="4852988" y="928688"/>
          <p14:tracePt t="51287" x="4822825" y="938213"/>
          <p14:tracePt t="51306" x="4322763" y="1152525"/>
          <p14:tracePt t="51307" x="4281488" y="1187450"/>
          <p14:tracePt t="51308" x="4251325" y="1204913"/>
          <p14:tracePt t="51308" x="4227513" y="1227138"/>
          <p14:tracePt t="51327" x="3817938" y="1704975"/>
          <p14:tracePt t="51327" x="3795713" y="1746250"/>
          <p14:tracePt t="51346" x="3611563" y="2308225"/>
          <p14:tracePt t="51347" x="3611563" y="2330450"/>
          <p14:tracePt t="51348" x="3603625" y="2370138"/>
          <p14:tracePt t="51348" x="3603625" y="2406650"/>
          <p14:tracePt t="51365" x="3643313" y="2759075"/>
          <p14:tracePt t="51382" x="3825875" y="2978150"/>
          <p14:tracePt t="51382" x="3848100" y="2995613"/>
          <p14:tracePt t="51401" x="4152900" y="3062288"/>
          <p14:tracePt t="51405" x="4175125" y="3062288"/>
          <p14:tracePt t="51406" x="4251325" y="3062288"/>
          <p14:tracePt t="51423" x="4259263" y="3062288"/>
          <p14:tracePt t="51423" x="4540250" y="3062288"/>
          <p14:tracePt t="51440" x="4746625" y="3049588"/>
          <p14:tracePt t="51457" x="4808538" y="3040063"/>
          <p14:tracePt t="51476" x="4822825" y="3032125"/>
          <p14:tracePt t="52060" x="4830763" y="3040063"/>
          <p14:tracePt t="52178" x="4830763" y="3032125"/>
          <p14:tracePt t="52193" x="4830763" y="3017838"/>
          <p14:tracePt t="52210" x="4822825" y="3017838"/>
          <p14:tracePt t="52227" x="4822825" y="3009900"/>
        </p14:tracePtLst>
      </p14:laserTraceLst>
    </p:ext>
  </p:extLs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25D1D9-CF9D-E35F-35E1-7381A7B743C3}"/>
              </a:ext>
            </a:extLst>
          </p:cNvPr>
          <p:cNvSpPr txBox="1">
            <a:spLocks/>
          </p:cNvSpPr>
          <p:nvPr/>
        </p:nvSpPr>
        <p:spPr>
          <a:xfrm>
            <a:off x="601670" y="432129"/>
            <a:ext cx="8246070" cy="76352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3600" dirty="0">
                <a:solidFill>
                  <a:schemeClr val="accent6">
                    <a:lumMod val="60000"/>
                    <a:lumOff val="40000"/>
                  </a:schemeClr>
                </a:solidFill>
                <a:effectLst>
                  <a:outerShdw blurRad="50800" dist="38100" dir="2700000" algn="tl" rotWithShape="0">
                    <a:prstClr val="black">
                      <a:alpha val="40000"/>
                    </a:prstClr>
                  </a:outerShdw>
                </a:effectLst>
                <a:latin typeface="BM JUA OTF" panose="02020603020101020101" pitchFamily="18" charset="-127"/>
                <a:ea typeface="BM JUA OTF" panose="02020603020101020101" pitchFamily="18" charset="-127"/>
              </a:rPr>
              <a:t>Results</a:t>
            </a:r>
          </a:p>
        </p:txBody>
      </p:sp>
      <p:sp>
        <p:nvSpPr>
          <p:cNvPr id="3" name="TextBox 2">
            <a:extLst>
              <a:ext uri="{FF2B5EF4-FFF2-40B4-BE49-F238E27FC236}">
                <a16:creationId xmlns:a16="http://schemas.microsoft.com/office/drawing/2014/main" id="{7C2AF394-4207-3175-D4A7-6C7C7A3D8C6D}"/>
              </a:ext>
            </a:extLst>
          </p:cNvPr>
          <p:cNvSpPr txBox="1"/>
          <p:nvPr/>
        </p:nvSpPr>
        <p:spPr>
          <a:xfrm>
            <a:off x="3808475" y="1502815"/>
            <a:ext cx="1527050" cy="400110"/>
          </a:xfrm>
          <a:prstGeom prst="rect">
            <a:avLst/>
          </a:prstGeom>
          <a:noFill/>
        </p:spPr>
        <p:txBody>
          <a:bodyPr wrap="square" rtlCol="0">
            <a:spAutoFit/>
          </a:bodyPr>
          <a:lstStyle/>
          <a:p>
            <a:r>
              <a:rPr lang="en-CN" sz="2000" dirty="0">
                <a:solidFill>
                  <a:schemeClr val="accent6">
                    <a:lumMod val="50000"/>
                  </a:schemeClr>
                </a:solidFill>
                <a:latin typeface="BM JUA OTF" panose="02020603020101020101" pitchFamily="18" charset="-127"/>
                <a:ea typeface="BM JUA OTF" panose="02020603020101020101" pitchFamily="18" charset="-127"/>
              </a:rPr>
              <a:t>KNN ( k = 2)</a:t>
            </a:r>
          </a:p>
        </p:txBody>
      </p:sp>
      <p:pic>
        <p:nvPicPr>
          <p:cNvPr id="7" name="Picture 6" descr="Chart, treemap chart&#10;&#10;Description automatically generated">
            <a:extLst>
              <a:ext uri="{FF2B5EF4-FFF2-40B4-BE49-F238E27FC236}">
                <a16:creationId xmlns:a16="http://schemas.microsoft.com/office/drawing/2014/main" id="{622E6002-D254-6AD4-64A6-BB8E25DDF2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66579" y="1870819"/>
            <a:ext cx="3549113" cy="2952907"/>
          </a:xfrm>
          <a:prstGeom prst="rect">
            <a:avLst/>
          </a:prstGeom>
        </p:spPr>
      </p:pic>
      <p:sp>
        <p:nvSpPr>
          <p:cNvPr id="8" name="TextBox 7">
            <a:extLst>
              <a:ext uri="{FF2B5EF4-FFF2-40B4-BE49-F238E27FC236}">
                <a16:creationId xmlns:a16="http://schemas.microsoft.com/office/drawing/2014/main" id="{BB52116C-7FED-2E27-C476-21DF6C1F5E87}"/>
              </a:ext>
            </a:extLst>
          </p:cNvPr>
          <p:cNvSpPr txBox="1"/>
          <p:nvPr/>
        </p:nvSpPr>
        <p:spPr>
          <a:xfrm>
            <a:off x="1059785" y="4575188"/>
            <a:ext cx="2186273" cy="369332"/>
          </a:xfrm>
          <a:prstGeom prst="rect">
            <a:avLst/>
          </a:prstGeom>
          <a:noFill/>
        </p:spPr>
        <p:txBody>
          <a:bodyPr wrap="square" rtlCol="0">
            <a:spAutoFit/>
          </a:bodyPr>
          <a:lstStyle/>
          <a:p>
            <a:r>
              <a:rPr lang="en-CN" dirty="0">
                <a:solidFill>
                  <a:schemeClr val="accent6">
                    <a:lumMod val="50000"/>
                  </a:schemeClr>
                </a:solidFill>
              </a:rPr>
              <a:t>Predicted Result</a:t>
            </a:r>
          </a:p>
        </p:txBody>
      </p:sp>
      <p:sp>
        <p:nvSpPr>
          <p:cNvPr id="9" name="TextBox 8">
            <a:extLst>
              <a:ext uri="{FF2B5EF4-FFF2-40B4-BE49-F238E27FC236}">
                <a16:creationId xmlns:a16="http://schemas.microsoft.com/office/drawing/2014/main" id="{29DE69DC-55F7-CDE3-F2D2-34D59B884C2E}"/>
              </a:ext>
            </a:extLst>
          </p:cNvPr>
          <p:cNvSpPr txBox="1"/>
          <p:nvPr/>
        </p:nvSpPr>
        <p:spPr>
          <a:xfrm rot="16200000">
            <a:off x="-444524" y="2716696"/>
            <a:ext cx="1270043" cy="369332"/>
          </a:xfrm>
          <a:prstGeom prst="rect">
            <a:avLst/>
          </a:prstGeom>
          <a:noFill/>
        </p:spPr>
        <p:txBody>
          <a:bodyPr wrap="square" rtlCol="0">
            <a:spAutoFit/>
          </a:bodyPr>
          <a:lstStyle/>
          <a:p>
            <a:r>
              <a:rPr lang="en-CN" dirty="0">
                <a:solidFill>
                  <a:schemeClr val="accent6">
                    <a:lumMod val="50000"/>
                  </a:schemeClr>
                </a:solidFill>
              </a:rPr>
              <a:t>True Result</a:t>
            </a:r>
          </a:p>
        </p:txBody>
      </p:sp>
      <p:sp>
        <p:nvSpPr>
          <p:cNvPr id="10" name="Rectangle 9">
            <a:extLst>
              <a:ext uri="{FF2B5EF4-FFF2-40B4-BE49-F238E27FC236}">
                <a16:creationId xmlns:a16="http://schemas.microsoft.com/office/drawing/2014/main" id="{981B09F0-D4B4-B5BB-838E-D34177BCE13A}"/>
              </a:ext>
            </a:extLst>
          </p:cNvPr>
          <p:cNvSpPr/>
          <p:nvPr/>
        </p:nvSpPr>
        <p:spPr>
          <a:xfrm rot="16200000">
            <a:off x="1402807" y="1276091"/>
            <a:ext cx="1270044" cy="2872318"/>
          </a:xfrm>
          <a:prstGeom prst="rect">
            <a:avLst/>
          </a:prstGeom>
          <a:noFill/>
          <a:ln w="698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11" name="TextBox 10">
            <a:extLst>
              <a:ext uri="{FF2B5EF4-FFF2-40B4-BE49-F238E27FC236}">
                <a16:creationId xmlns:a16="http://schemas.microsoft.com/office/drawing/2014/main" id="{7DDA6A44-BD98-4628-1683-BF3ED80CEA00}"/>
              </a:ext>
            </a:extLst>
          </p:cNvPr>
          <p:cNvSpPr txBox="1"/>
          <p:nvPr/>
        </p:nvSpPr>
        <p:spPr>
          <a:xfrm>
            <a:off x="5030115" y="2318827"/>
            <a:ext cx="3512215" cy="1200329"/>
          </a:xfrm>
          <a:prstGeom prst="rect">
            <a:avLst/>
          </a:prstGeom>
          <a:noFill/>
        </p:spPr>
        <p:txBody>
          <a:bodyPr wrap="square" rtlCol="0">
            <a:spAutoFit/>
          </a:bodyPr>
          <a:lstStyle/>
          <a:p>
            <a:r>
              <a:rPr lang="en-CN" dirty="0">
                <a:solidFill>
                  <a:schemeClr val="accent6">
                    <a:lumMod val="50000"/>
                  </a:schemeClr>
                </a:solidFill>
              </a:rPr>
              <a:t>For all </a:t>
            </a:r>
            <a:r>
              <a:rPr lang="en-CN" b="1" dirty="0">
                <a:solidFill>
                  <a:schemeClr val="accent5">
                    <a:lumMod val="75000"/>
                  </a:schemeClr>
                </a:solidFill>
              </a:rPr>
              <a:t>8271</a:t>
            </a:r>
            <a:r>
              <a:rPr lang="en-CN" dirty="0">
                <a:solidFill>
                  <a:schemeClr val="accent6">
                    <a:lumMod val="50000"/>
                  </a:schemeClr>
                </a:solidFill>
              </a:rPr>
              <a:t> (7321 + 950) unpopular recipes, </a:t>
            </a:r>
            <a:r>
              <a:rPr lang="en-CN" b="1" dirty="0">
                <a:solidFill>
                  <a:schemeClr val="accent5">
                    <a:lumMod val="75000"/>
                  </a:schemeClr>
                </a:solidFill>
              </a:rPr>
              <a:t>7321</a:t>
            </a:r>
            <a:r>
              <a:rPr lang="en-CN" dirty="0">
                <a:solidFill>
                  <a:schemeClr val="accent6">
                    <a:lumMod val="50000"/>
                  </a:schemeClr>
                </a:solidFill>
              </a:rPr>
              <a:t> of them are correctly predicted to be unpopular.</a:t>
            </a:r>
          </a:p>
          <a:p>
            <a:endParaRPr lang="en-CN" dirty="0"/>
          </a:p>
        </p:txBody>
      </p:sp>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21836A5-61DC-B56B-F50A-EC1898C80D97}"/>
                  </a:ext>
                </a:extLst>
              </p:cNvPr>
              <p:cNvSpPr txBox="1"/>
              <p:nvPr/>
            </p:nvSpPr>
            <p:spPr>
              <a:xfrm>
                <a:off x="5640935" y="3526901"/>
                <a:ext cx="2137870" cy="526041"/>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f>
                        <m:fPr>
                          <m:ctrlPr>
                            <a:rPr lang="en-CN" b="1" i="1" smtClean="0">
                              <a:solidFill>
                                <a:schemeClr val="accent6">
                                  <a:lumMod val="50000"/>
                                </a:schemeClr>
                              </a:solidFill>
                              <a:latin typeface="Cambria Math" panose="02040503050406030204" pitchFamily="18" charset="0"/>
                            </a:rPr>
                          </m:ctrlPr>
                        </m:fPr>
                        <m:num>
                          <m:r>
                            <a:rPr lang="en-US" b="1" i="1" smtClean="0">
                              <a:solidFill>
                                <a:schemeClr val="accent6">
                                  <a:lumMod val="50000"/>
                                </a:schemeClr>
                              </a:solidFill>
                              <a:latin typeface="Cambria Math" panose="02040503050406030204" pitchFamily="18" charset="0"/>
                            </a:rPr>
                            <m:t>𝟕𝟑𝟐𝟏</m:t>
                          </m:r>
                        </m:num>
                        <m:den>
                          <m:r>
                            <a:rPr lang="en-US" b="1" i="1" smtClean="0">
                              <a:solidFill>
                                <a:schemeClr val="accent6">
                                  <a:lumMod val="50000"/>
                                </a:schemeClr>
                              </a:solidFill>
                              <a:latin typeface="Cambria Math" panose="02040503050406030204" pitchFamily="18" charset="0"/>
                            </a:rPr>
                            <m:t>𝟖𝟐𝟕𝟏</m:t>
                          </m:r>
                        </m:den>
                      </m:f>
                      <m:r>
                        <a:rPr lang="en-US" b="1" i="1" smtClean="0">
                          <a:solidFill>
                            <a:schemeClr val="accent6">
                              <a:lumMod val="50000"/>
                            </a:schemeClr>
                          </a:solidFill>
                          <a:latin typeface="Cambria Math" panose="02040503050406030204" pitchFamily="18" charset="0"/>
                        </a:rPr>
                        <m:t>=</m:t>
                      </m:r>
                      <m:r>
                        <a:rPr lang="en-US" b="1" i="1" smtClean="0">
                          <a:solidFill>
                            <a:schemeClr val="accent6">
                              <a:lumMod val="50000"/>
                            </a:schemeClr>
                          </a:solidFill>
                          <a:latin typeface="Cambria Math" panose="02040503050406030204" pitchFamily="18" charset="0"/>
                        </a:rPr>
                        <m:t>𝟖𝟗</m:t>
                      </m:r>
                      <m:r>
                        <a:rPr lang="en-US" b="1" i="1" smtClean="0">
                          <a:solidFill>
                            <a:schemeClr val="accent6">
                              <a:lumMod val="50000"/>
                            </a:schemeClr>
                          </a:solidFill>
                          <a:latin typeface="Cambria Math" panose="02040503050406030204" pitchFamily="18" charset="0"/>
                        </a:rPr>
                        <m:t>% </m:t>
                      </m:r>
                    </m:oMath>
                  </m:oMathPara>
                </a14:m>
                <a:endParaRPr lang="en-CN" b="1" dirty="0">
                  <a:solidFill>
                    <a:schemeClr val="accent6">
                      <a:lumMod val="50000"/>
                    </a:schemeClr>
                  </a:solidFill>
                </a:endParaRPr>
              </a:p>
            </p:txBody>
          </p:sp>
        </mc:Choice>
        <mc:Fallback>
          <p:sp>
            <p:nvSpPr>
              <p:cNvPr id="12" name="TextBox 11">
                <a:extLst>
                  <a:ext uri="{FF2B5EF4-FFF2-40B4-BE49-F238E27FC236}">
                    <a16:creationId xmlns:a16="http://schemas.microsoft.com/office/drawing/2014/main" id="{321836A5-61DC-B56B-F50A-EC1898C80D97}"/>
                  </a:ext>
                </a:extLst>
              </p:cNvPr>
              <p:cNvSpPr txBox="1">
                <a:spLocks noRot="1" noChangeAspect="1" noMove="1" noResize="1" noEditPoints="1" noAdjustHandles="1" noChangeArrowheads="1" noChangeShapeType="1" noTextEdit="1"/>
              </p:cNvSpPr>
              <p:nvPr/>
            </p:nvSpPr>
            <p:spPr>
              <a:xfrm>
                <a:off x="5640935" y="3526901"/>
                <a:ext cx="2137870" cy="526041"/>
              </a:xfrm>
              <a:prstGeom prst="rect">
                <a:avLst/>
              </a:prstGeom>
              <a:blipFill>
                <a:blip r:embed="rId4"/>
                <a:stretch>
                  <a:fillRect t="-4651" b="-9302"/>
                </a:stretch>
              </a:blipFill>
            </p:spPr>
            <p:txBody>
              <a:bodyPr/>
              <a:lstStyle/>
              <a:p>
                <a:r>
                  <a:rPr lang="en-CN">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45C09D1B-3CC9-F145-DBBB-0D24E300838E}"/>
                  </a:ext>
                </a:extLst>
              </p:cNvPr>
              <p:cNvSpPr txBox="1"/>
              <p:nvPr/>
            </p:nvSpPr>
            <p:spPr>
              <a:xfrm>
                <a:off x="7473395" y="3658059"/>
                <a:ext cx="916230" cy="276999"/>
              </a:xfrm>
              <a:prstGeom prst="rect">
                <a:avLst/>
              </a:prstGeom>
              <a:noFill/>
            </p:spPr>
            <p:txBody>
              <a:bodyPr wrap="square" lIns="0" tIns="0" rIns="0" bIns="0" rtlCol="0">
                <a:spAutoFit/>
              </a:bodyPr>
              <a:lstStyle/>
              <a:p>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&gt; 75%</m:t>
                      </m:r>
                    </m:oMath>
                  </m:oMathPara>
                </a14:m>
                <a:endParaRPr lang="en-CN" dirty="0"/>
              </a:p>
            </p:txBody>
          </p:sp>
        </mc:Choice>
        <mc:Fallback>
          <p:sp>
            <p:nvSpPr>
              <p:cNvPr id="4" name="TextBox 3">
                <a:extLst>
                  <a:ext uri="{FF2B5EF4-FFF2-40B4-BE49-F238E27FC236}">
                    <a16:creationId xmlns:a16="http://schemas.microsoft.com/office/drawing/2014/main" id="{45C09D1B-3CC9-F145-DBBB-0D24E300838E}"/>
                  </a:ext>
                </a:extLst>
              </p:cNvPr>
              <p:cNvSpPr txBox="1">
                <a:spLocks noRot="1" noChangeAspect="1" noMove="1" noResize="1" noEditPoints="1" noAdjustHandles="1" noChangeArrowheads="1" noChangeShapeType="1" noTextEdit="1"/>
              </p:cNvSpPr>
              <p:nvPr/>
            </p:nvSpPr>
            <p:spPr>
              <a:xfrm>
                <a:off x="7473395" y="3658059"/>
                <a:ext cx="916230" cy="276999"/>
              </a:xfrm>
              <a:prstGeom prst="rect">
                <a:avLst/>
              </a:prstGeom>
              <a:blipFill>
                <a:blip r:embed="rId5"/>
                <a:stretch>
                  <a:fillRect t="-8696" b="-34783"/>
                </a:stretch>
              </a:blipFill>
            </p:spPr>
            <p:txBody>
              <a:bodyPr/>
              <a:lstStyle/>
              <a:p>
                <a:r>
                  <a:rPr lang="en-CN">
                    <a:noFill/>
                  </a:rPr>
                  <a:t> </a:t>
                </a:r>
              </a:p>
            </p:txBody>
          </p:sp>
        </mc:Fallback>
      </mc:AlternateContent>
      <p:sp>
        <p:nvSpPr>
          <p:cNvPr id="13" name="Oval 12">
            <a:extLst>
              <a:ext uri="{FF2B5EF4-FFF2-40B4-BE49-F238E27FC236}">
                <a16:creationId xmlns:a16="http://schemas.microsoft.com/office/drawing/2014/main" id="{62616A8E-F64B-CDC9-33DE-696270E2813E}"/>
              </a:ext>
            </a:extLst>
          </p:cNvPr>
          <p:cNvSpPr/>
          <p:nvPr/>
        </p:nvSpPr>
        <p:spPr>
          <a:xfrm>
            <a:off x="1055210" y="2378906"/>
            <a:ext cx="763525" cy="717667"/>
          </a:xfrm>
          <a:prstGeom prst="ellipse">
            <a:avLst/>
          </a:prstGeom>
          <a:noFill/>
          <a:ln w="4445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5" name="Rectangle 4">
            <a:extLst>
              <a:ext uri="{FF2B5EF4-FFF2-40B4-BE49-F238E27FC236}">
                <a16:creationId xmlns:a16="http://schemas.microsoft.com/office/drawing/2014/main" id="{502432F8-9A49-D043-B87C-6C8E1C1C665A}"/>
              </a:ext>
            </a:extLst>
          </p:cNvPr>
          <p:cNvSpPr/>
          <p:nvPr/>
        </p:nvSpPr>
        <p:spPr>
          <a:xfrm>
            <a:off x="6835281" y="4251505"/>
            <a:ext cx="1527050" cy="323683"/>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CN" dirty="0"/>
              <a:t>14% Higher</a:t>
            </a:r>
          </a:p>
        </p:txBody>
      </p:sp>
    </p:spTree>
    <p:extLst>
      <p:ext uri="{BB962C8B-B14F-4D97-AF65-F5344CB8AC3E}">
        <p14:creationId xmlns:p14="http://schemas.microsoft.com/office/powerpoint/2010/main" val="2355488515"/>
      </p:ext>
    </p:extLst>
  </p:cSld>
  <p:clrMapOvr>
    <a:masterClrMapping/>
  </p:clrMapOvr>
  <mc:AlternateContent xmlns:mc="http://schemas.openxmlformats.org/markup-compatibility/2006">
    <mc:Choice xmlns:p14="http://schemas.microsoft.com/office/powerpoint/2010/main" Requires="p14">
      <p:transition spd="slow" p14:dur="2000" advTm="46433"/>
    </mc:Choice>
    <mc:Fallback>
      <p:transition spd="slow" advTm="46433"/>
    </mc:Fallback>
  </mc:AlternateContent>
  <p:extLst>
    <p:ext uri="{3A86A75C-4F4B-4683-9AE1-C65F6400EC91}">
      <p14:laserTraceLst xmlns:p14="http://schemas.microsoft.com/office/powerpoint/2010/main">
        <p14:tracePtLst>
          <p14:tracePt t="549" x="4822825" y="3017838"/>
          <p14:tracePt t="565" x="4830763" y="3084513"/>
          <p14:tracePt t="565" x="4830763" y="3094038"/>
          <p14:tracePt t="583" x="4862513" y="3254375"/>
          <p14:tracePt t="602" x="4894263" y="3384550"/>
          <p14:tracePt t="603" x="4894263" y="3406775"/>
          <p14:tracePt t="603" x="4906963" y="3419475"/>
          <p14:tracePt t="621" x="4938713" y="3505200"/>
          <p14:tracePt t="622" x="4951413" y="3513138"/>
          <p14:tracePt t="642" x="4991100" y="3581400"/>
          <p14:tracePt t="643" x="5005388" y="3589338"/>
          <p14:tracePt t="647" x="5013325" y="3603625"/>
          <p14:tracePt t="668" x="5099050" y="3643313"/>
          <p14:tracePt t="670" x="5111750" y="3643313"/>
          <p14:tracePt t="689" x="5227638" y="3656013"/>
          <p14:tracePt t="690" x="5251450" y="3656013"/>
          <p14:tracePt t="690" x="5264150" y="3656013"/>
          <p14:tracePt t="707" x="5411788" y="3643313"/>
          <p14:tracePt t="733" x="5683250" y="3549650"/>
          <p14:tracePt t="734" x="5853113" y="3451225"/>
          <p14:tracePt t="734" x="5875338" y="3429000"/>
          <p14:tracePt t="753" x="6188075" y="3125788"/>
          <p14:tracePt t="753" x="6210300" y="3108325"/>
          <p14:tracePt t="771" x="6416675" y="2719388"/>
          <p14:tracePt t="772" x="6424613" y="2697163"/>
          <p14:tracePt t="773" x="6424613" y="2682875"/>
          <p14:tracePt t="792" x="6491288" y="2232025"/>
          <p14:tracePt t="794" x="6491288" y="2209800"/>
          <p14:tracePt t="810" x="6438900" y="1965325"/>
          <p14:tracePt t="811" x="6424613" y="1941513"/>
          <p14:tracePt t="812" x="6424613" y="1928813"/>
          <p14:tracePt t="812" x="6416675" y="1919288"/>
          <p14:tracePt t="836" x="6308725" y="1768475"/>
          <p14:tracePt t="836" x="6224588" y="1682750"/>
          <p14:tracePt t="853" x="5973763" y="1576388"/>
          <p14:tracePt t="871" x="5576888" y="1539875"/>
          <p14:tracePt t="892" x="5022850" y="1652588"/>
          <p14:tracePt t="916" x="4581525" y="1822450"/>
          <p14:tracePt t="916" x="4379913" y="1941513"/>
          <p14:tracePt t="933" x="3956050" y="2254250"/>
          <p14:tracePt t="934" x="3938588" y="2263775"/>
          <p14:tracePt t="934" x="3924300" y="2286000"/>
          <p14:tracePt t="953" x="3567113" y="2682875"/>
          <p14:tracePt t="953" x="3549650" y="2705100"/>
          <p14:tracePt t="972" x="3308350" y="3108325"/>
          <p14:tracePt t="974" x="3298825" y="3116263"/>
          <p14:tracePt t="974" x="3298825" y="3125788"/>
          <p14:tracePt t="998" x="3192463" y="3397250"/>
          <p14:tracePt t="999" x="3192463" y="3438525"/>
          <p14:tracePt t="1000" x="3192463" y="3460750"/>
          <p14:tracePt t="1000" x="3179763" y="3473450"/>
          <p14:tracePt t="1017" x="3201988" y="3536950"/>
          <p14:tracePt t="1053" x="3214688" y="3559175"/>
          <p14:tracePt t="1186" x="3214688" y="3505200"/>
          <p14:tracePt t="1202" x="3214688" y="3308350"/>
          <p14:tracePt t="1203" x="3214688" y="3298825"/>
          <p14:tracePt t="1203" x="3214688" y="3290888"/>
          <p14:tracePt t="1221" x="3138488" y="2857500"/>
          <p14:tracePt t="1239" x="3032125" y="2522538"/>
          <p14:tracePt t="1240" x="3017838" y="2513013"/>
          <p14:tracePt t="1241" x="3009900" y="2490788"/>
          <p14:tracePt t="1242" x="2995613" y="2478088"/>
          <p14:tracePt t="1267" x="2911475" y="2347913"/>
          <p14:tracePt t="1268" x="2889250" y="2330450"/>
          <p14:tracePt t="1268" x="2889250" y="2317750"/>
          <p14:tracePt t="1286" x="2879725" y="2295525"/>
          <p14:tracePt t="1324" x="2867025" y="2295525"/>
          <p14:tracePt t="1340" x="2857500" y="2330450"/>
          <p14:tracePt t="1367" x="2835275" y="2384425"/>
          <p14:tracePt t="1368" x="2835275" y="2416175"/>
          <p14:tracePt t="1389" x="2857500" y="2478088"/>
          <p14:tracePt t="1695" x="2847975" y="2468563"/>
          <p14:tracePt t="1719" x="2825750" y="2438400"/>
          <p14:tracePt t="1720" x="2813050" y="2424113"/>
          <p14:tracePt t="1737" x="2773363" y="2406650"/>
          <p14:tracePt t="1761" x="2674938" y="2339975"/>
          <p14:tracePt t="1777" x="2665413" y="2330450"/>
          <p14:tracePt t="1778" x="2589213" y="2276475"/>
          <p14:tracePt t="1795" x="2544763" y="2254250"/>
          <p14:tracePt t="1816" x="2490788" y="2232025"/>
          <p14:tracePt t="1835" x="2424113" y="2209800"/>
          <p14:tracePt t="1855" x="2362200" y="2179638"/>
          <p14:tracePt t="1873" x="2295525" y="2133600"/>
          <p14:tracePt t="1900" x="2179638" y="2081213"/>
          <p14:tracePt t="1900" x="2125663" y="2049463"/>
          <p14:tracePt t="1918" x="1951038" y="1995488"/>
          <p14:tracePt t="1919" x="1928813" y="1982788"/>
          <p14:tracePt t="1938" x="1714500" y="1951038"/>
          <p14:tracePt t="1939" x="1704975" y="1941513"/>
          <p14:tracePt t="1959" x="1465263" y="1928813"/>
          <p14:tracePt t="1985" x="1317625" y="1941513"/>
          <p14:tracePt t="1986" x="1250950" y="1965325"/>
          <p14:tracePt t="2006" x="1152525" y="2017713"/>
          <p14:tracePt t="2007" x="1143000" y="2017713"/>
          <p14:tracePt t="2008" x="1133475" y="2017713"/>
          <p14:tracePt t="2030" x="1089025" y="2081213"/>
          <p14:tracePt t="2032" x="1081088" y="2103438"/>
          <p14:tracePt t="2032" x="1081088" y="2111375"/>
          <p14:tracePt t="2050" x="1066800" y="2187575"/>
          <p14:tracePt t="2050" x="1066800" y="2201863"/>
          <p14:tracePt t="2068" x="1081088" y="2263775"/>
          <p14:tracePt t="2068" x="1081088" y="2276475"/>
          <p14:tracePt t="2088" x="1089025" y="2330450"/>
          <p14:tracePt t="2089" x="1089025" y="2339975"/>
          <p14:tracePt t="2109" x="1120775" y="2406650"/>
          <p14:tracePt t="2128" x="1133475" y="2446338"/>
          <p14:tracePt t="2128" x="1133475" y="2460625"/>
          <p14:tracePt t="2145" x="1143000" y="2490788"/>
          <p14:tracePt t="2154" x="1152525" y="2500313"/>
          <p14:tracePt t="2171" x="1152525" y="2513013"/>
          <p14:tracePt t="2209" x="1165225" y="2513013"/>
          <p14:tracePt t="2594" x="1152525" y="2522538"/>
          <p14:tracePt t="2610" x="1143000" y="2536825"/>
          <p14:tracePt t="2629" x="1120775" y="2554288"/>
          <p14:tracePt t="2647" x="1098550" y="2576513"/>
          <p14:tracePt t="2668" x="1089025" y="2598738"/>
          <p14:tracePt t="2686" x="1081088" y="2608263"/>
          <p14:tracePt t="2800" x="1066800" y="2608263"/>
          <p14:tracePt t="2951" x="1066800" y="2598738"/>
          <p14:tracePt t="2967" x="1066800" y="2589213"/>
          <p14:tracePt t="2967" x="1066800" y="2576513"/>
          <p14:tracePt t="2986" x="1081088" y="2513013"/>
          <p14:tracePt t="2986" x="1081088" y="2500313"/>
          <p14:tracePt t="3004" x="1089025" y="2384425"/>
          <p14:tracePt t="3004" x="1089025" y="2370138"/>
          <p14:tracePt t="3026" x="1081088" y="2155825"/>
          <p14:tracePt t="3031" x="1066800" y="2147888"/>
          <p14:tracePt t="3032" x="1066800" y="2103438"/>
          <p14:tracePt t="3033" x="1066800" y="2093913"/>
          <p14:tracePt t="3033" x="1066800" y="2081213"/>
          <p14:tracePt t="3051" x="1066800" y="2071688"/>
          <p14:tracePt t="3052" x="1036638" y="1941513"/>
          <p14:tracePt t="3052" x="1036638" y="1928813"/>
          <p14:tracePt t="3071" x="1022350" y="1852613"/>
          <p14:tracePt t="3071" x="1022350" y="1844675"/>
          <p14:tracePt t="3091" x="1012825" y="1812925"/>
          <p14:tracePt t="3131" x="1012825" y="1790700"/>
          <p14:tracePt t="3131" x="1012825" y="1758950"/>
          <p14:tracePt t="3152" x="1012825" y="1736725"/>
          <p14:tracePt t="3153" x="1012825" y="1724025"/>
          <p14:tracePt t="3170" x="1012825" y="1714500"/>
          <p14:tracePt t="3282" x="1004888" y="1714500"/>
          <p14:tracePt t="3302" x="1004888" y="1724025"/>
          <p14:tracePt t="3408" x="990600" y="1692275"/>
          <p14:tracePt t="3426" x="968375" y="1616075"/>
          <p14:tracePt t="3443" x="928688" y="1509713"/>
          <p14:tracePt t="3444" x="928688" y="1500188"/>
          <p14:tracePt t="3460" x="915988" y="1500188"/>
          <p14:tracePt t="3461" x="862013" y="1393825"/>
          <p14:tracePt t="3461" x="852488" y="1379538"/>
          <p14:tracePt t="3477" x="808038" y="1325563"/>
          <p14:tracePt t="3478" x="798513" y="1317625"/>
          <p14:tracePt t="3498" x="754063" y="1295400"/>
          <p14:tracePt t="3552" x="731838" y="1303338"/>
          <p14:tracePt t="3553" x="731838" y="1317625"/>
          <p14:tracePt t="3570" x="692150" y="1370013"/>
          <p14:tracePt t="3591" x="625475" y="1446213"/>
          <p14:tracePt t="3592" x="615950" y="1455738"/>
          <p14:tracePt t="3619" x="561975" y="1509713"/>
          <p14:tracePt t="3620" x="539750" y="1539875"/>
          <p14:tracePt t="3638" x="509588" y="1576388"/>
          <p14:tracePt t="3638" x="509588" y="1584325"/>
          <p14:tracePt t="3659" x="495300" y="1638300"/>
          <p14:tracePt t="3678" x="487363" y="1704975"/>
          <p14:tracePt t="3679" x="487363" y="1714500"/>
          <p14:tracePt t="3679" x="473075" y="1714500"/>
          <p14:tracePt t="3697" x="465138" y="1812925"/>
          <p14:tracePt t="3716" x="450850" y="1951038"/>
          <p14:tracePt t="3733" x="441325" y="1951038"/>
          <p14:tracePt t="3734" x="433388" y="2071688"/>
          <p14:tracePt t="3735" x="433388" y="2081213"/>
          <p14:tracePt t="3736" x="433388" y="2093913"/>
          <p14:tracePt t="3757" x="396875" y="2263775"/>
          <p14:tracePt t="3757" x="396875" y="2276475"/>
          <p14:tracePt t="3774" x="388938" y="2424113"/>
          <p14:tracePt t="3776" x="388938" y="2438400"/>
          <p14:tracePt t="3802" x="388938" y="2544763"/>
          <p14:tracePt t="3802" x="396875" y="2554288"/>
          <p14:tracePt t="3870" x="411163" y="2544763"/>
          <p14:tracePt t="3886" x="433388" y="2500313"/>
          <p14:tracePt t="3905" x="473075" y="2393950"/>
          <p14:tracePt t="3906" x="473075" y="2384425"/>
          <p14:tracePt t="3906" x="487363" y="2384425"/>
          <p14:tracePt t="3926" x="509588" y="2224088"/>
          <p14:tracePt t="3933" x="509588" y="2209800"/>
          <p14:tracePt t="3933" x="509588" y="2165350"/>
          <p14:tracePt t="3934" x="509588" y="2155825"/>
          <p14:tracePt t="3951" x="509588" y="2111375"/>
          <p14:tracePt t="4031" x="495300" y="2133600"/>
          <p14:tracePt t="4032" x="487363" y="2133600"/>
          <p14:tracePt t="4049" x="465138" y="2201863"/>
          <p14:tracePt t="4066" x="433388" y="2317750"/>
          <p14:tracePt t="4088" x="396875" y="2490788"/>
          <p14:tracePt t="4089" x="396875" y="2500313"/>
          <p14:tracePt t="4106" x="411163" y="2598738"/>
          <p14:tracePt t="4146" x="433388" y="2682875"/>
          <p14:tracePt t="4146" x="465138" y="2759075"/>
          <p14:tracePt t="4163" x="495300" y="2795588"/>
          <p14:tracePt t="4164" x="509588" y="2795588"/>
          <p14:tracePt t="4182" x="539750" y="2825750"/>
          <p14:tracePt t="4199" x="581025" y="2835275"/>
          <p14:tracePt t="4220" x="625475" y="2835275"/>
          <p14:tracePt t="4240" x="669925" y="2795588"/>
          <p14:tracePt t="4263" x="723900" y="2682875"/>
          <p14:tracePt t="4264" x="746125" y="2665413"/>
          <p14:tracePt t="4264" x="746125" y="2643188"/>
          <p14:tracePt t="4282" x="798513" y="2513013"/>
          <p14:tracePt t="4303" x="830263" y="2393950"/>
          <p14:tracePt t="4325" x="822325" y="2330450"/>
          <p14:tracePt t="4348" x="808038" y="2295525"/>
          <p14:tracePt t="4349" x="785813" y="2276475"/>
          <p14:tracePt t="4370" x="763588" y="2254250"/>
          <p14:tracePt t="4387" x="754063" y="2254250"/>
          <p14:tracePt t="4388" x="746125" y="2254250"/>
          <p14:tracePt t="4388" x="746125" y="2241550"/>
          <p14:tracePt t="4406" x="731838" y="2241550"/>
          <p14:tracePt t="4407" x="723900" y="2241550"/>
          <p14:tracePt t="4426" x="709613" y="2232025"/>
          <p14:tracePt t="4452" x="701675" y="2232025"/>
          <p14:tracePt t="4487" x="679450" y="2232025"/>
          <p14:tracePt t="4487" x="669925" y="2241550"/>
          <p14:tracePt t="4503" x="647700" y="2254250"/>
          <p14:tracePt t="4525" x="615950" y="2308225"/>
          <p14:tracePt t="4526" x="603250" y="2308225"/>
          <p14:tracePt t="4550" x="571500" y="2362200"/>
          <p14:tracePt t="4551" x="571500" y="2384425"/>
          <p14:tracePt t="4552" x="561975" y="2393950"/>
          <p14:tracePt t="4572" x="549275" y="2468563"/>
          <p14:tracePt t="4598" x="539750" y="2554288"/>
          <p14:tracePt t="4599" x="539750" y="2576513"/>
          <p14:tracePt t="4599" x="539750" y="2589213"/>
          <p14:tracePt t="4621" x="561975" y="2674938"/>
          <p14:tracePt t="4637" x="561975" y="2682875"/>
          <p14:tracePt t="4638" x="581025" y="2751138"/>
          <p14:tracePt t="4641" x="581025" y="2759075"/>
          <p14:tracePt t="4641" x="593725" y="2759075"/>
          <p14:tracePt t="4666" x="625475" y="2825750"/>
          <p14:tracePt t="4667" x="633413" y="2857500"/>
          <p14:tracePt t="4667" x="647700" y="2857500"/>
          <p14:tracePt t="4685" x="692150" y="2911475"/>
          <p14:tracePt t="4685" x="692150" y="2919413"/>
          <p14:tracePt t="4704" x="746125" y="2965450"/>
          <p14:tracePt t="4730" x="785813" y="2995613"/>
          <p14:tracePt t="4730" x="808038" y="2995613"/>
          <p14:tracePt t="4731" x="808038" y="3009900"/>
          <p14:tracePt t="4748" x="862013" y="3040063"/>
          <p14:tracePt t="4770" x="960438" y="3094038"/>
          <p14:tracePt t="4770" x="968375" y="3094038"/>
          <p14:tracePt t="4788" x="1066800" y="3125788"/>
          <p14:tracePt t="4789" x="1081088" y="3138488"/>
          <p14:tracePt t="4810" x="1241425" y="3192463"/>
          <p14:tracePt t="4833" x="1393825" y="3236913"/>
          <p14:tracePt t="4833" x="1455738" y="3254375"/>
          <p14:tracePt t="4850" x="1608138" y="3276600"/>
          <p14:tracePt t="4851" x="1616075" y="3290888"/>
          <p14:tracePt t="4853" x="1630363" y="3290888"/>
          <p14:tracePt t="4869" x="1768475" y="3308350"/>
          <p14:tracePt t="4890" x="1919288" y="3330575"/>
          <p14:tracePt t="4891" x="1928813" y="3330575"/>
          <p14:tracePt t="4892" x="1941513" y="3330575"/>
          <p14:tracePt t="4909" x="2081213" y="3330575"/>
          <p14:tracePt t="4909" x="2093913" y="3330575"/>
          <p14:tracePt t="4930" x="2232025" y="3290888"/>
          <p14:tracePt t="4950" x="2339975" y="3224213"/>
          <p14:tracePt t="4951" x="2347913" y="3214688"/>
          <p14:tracePt t="4971" x="2446338" y="3116263"/>
          <p14:tracePt t="4972" x="2460625" y="3116263"/>
          <p14:tracePt t="4991" x="2536825" y="3009900"/>
          <p14:tracePt t="4991" x="2536825" y="2995613"/>
          <p14:tracePt t="5009" x="2576513" y="2889250"/>
          <p14:tracePt t="5031" x="2598738" y="2759075"/>
          <p14:tracePt t="5031" x="2598738" y="2751138"/>
          <p14:tracePt t="5049" x="2566988" y="2665413"/>
          <p14:tracePt t="5050" x="2566988" y="2652713"/>
          <p14:tracePt t="5072" x="2500313" y="2554288"/>
          <p14:tracePt t="5073" x="2490788" y="2544763"/>
          <p14:tracePt t="5073" x="2478088" y="2536825"/>
          <p14:tracePt t="5090" x="2424113" y="2490788"/>
          <p14:tracePt t="5091" x="2416175" y="2490788"/>
          <p14:tracePt t="5116" x="2347913" y="2460625"/>
          <p14:tracePt t="5118" x="2317750" y="2438400"/>
          <p14:tracePt t="5118" x="2308225" y="2438400"/>
          <p14:tracePt t="5134" x="2224088" y="2406650"/>
          <p14:tracePt t="5155" x="2071688" y="2347913"/>
          <p14:tracePt t="5173" x="1919288" y="2308225"/>
          <p14:tracePt t="5175" x="1897063" y="2295525"/>
          <p14:tracePt t="5199" x="1736725" y="2254250"/>
          <p14:tracePt t="5200" x="1692275" y="2241550"/>
          <p14:tracePt t="5200" x="1682750" y="2241550"/>
          <p14:tracePt t="5218" x="1576388" y="2209800"/>
          <p14:tracePt t="5240" x="1465263" y="2179638"/>
          <p14:tracePt t="5240" x="1455738" y="2179638"/>
          <p14:tracePt t="5262" x="1357313" y="2155825"/>
          <p14:tracePt t="5263" x="1347788" y="2155825"/>
          <p14:tracePt t="5264" x="1325563" y="2155825"/>
          <p14:tracePt t="5285" x="1317625" y="2155825"/>
          <p14:tracePt t="5286" x="1204913" y="2147888"/>
          <p14:tracePt t="5286" x="1196975" y="2147888"/>
          <p14:tracePt t="5303" x="1187450" y="2147888"/>
          <p14:tracePt t="5304" x="1098550" y="2133600"/>
          <p14:tracePt t="5304" x="1089025" y="2133600"/>
          <p14:tracePt t="5324" x="982663" y="2147888"/>
          <p14:tracePt t="5343" x="874713" y="2155825"/>
          <p14:tracePt t="5351" x="830263" y="2165350"/>
          <p14:tracePt t="5369" x="754063" y="2179638"/>
          <p14:tracePt t="5369" x="746125" y="2179638"/>
          <p14:tracePt t="5390" x="692150" y="2209800"/>
          <p14:tracePt t="5428" x="647700" y="2254250"/>
          <p14:tracePt t="5429" x="603250" y="2295525"/>
          <p14:tracePt t="5429" x="603250" y="2308225"/>
          <p14:tracePt t="5446" x="561975" y="2370138"/>
          <p14:tracePt t="5465" x="527050" y="2446338"/>
          <p14:tracePt t="5466" x="527050" y="2460625"/>
          <p14:tracePt t="5488" x="517525" y="2554288"/>
          <p14:tracePt t="5488" x="509588" y="2566988"/>
          <p14:tracePt t="5509" x="509588" y="2665413"/>
          <p14:tracePt t="5510" x="509588" y="2674938"/>
          <p14:tracePt t="5533" x="517525" y="2795588"/>
          <p14:tracePt t="5553" x="549275" y="2867025"/>
          <p14:tracePt t="5555" x="561975" y="2879725"/>
          <p14:tracePt t="5575" x="625475" y="2965450"/>
          <p14:tracePt t="5576" x="633413" y="2965450"/>
          <p14:tracePt t="5598" x="709613" y="3049588"/>
          <p14:tracePt t="5600" x="731838" y="3062288"/>
          <p14:tracePt t="5601" x="746125" y="3071813"/>
          <p14:tracePt t="5602" x="754063" y="3084513"/>
          <p14:tracePt t="5624" x="884238" y="3170238"/>
          <p14:tracePt t="5626" x="893763" y="3179763"/>
          <p14:tracePt t="5643" x="906463" y="3179763"/>
          <p14:tracePt t="5644" x="1036638" y="3254375"/>
          <p14:tracePt t="5660" x="1058863" y="3268663"/>
          <p14:tracePt t="5661" x="1263650" y="3367088"/>
          <p14:tracePt t="5683" x="1616075" y="3451225"/>
          <p14:tracePt t="5683" x="1630363" y="3451225"/>
          <p14:tracePt t="5684" x="1652588" y="3451225"/>
          <p14:tracePt t="5684" x="1670050" y="3460750"/>
          <p14:tracePt t="5700" x="1941513" y="3482975"/>
          <p14:tracePt t="5701" x="1951038" y="3490913"/>
          <p14:tracePt t="5701" x="1973263" y="3490913"/>
          <p14:tracePt t="5721" x="2308225" y="3505200"/>
          <p14:tracePt t="5740" x="2554288" y="3490913"/>
          <p14:tracePt t="5742" x="2566988" y="3490913"/>
          <p14:tracePt t="5766" x="2781300" y="3473450"/>
          <p14:tracePt t="5766" x="2835275" y="3460750"/>
          <p14:tracePt t="5785" x="2955925" y="3438525"/>
          <p14:tracePt t="5804" x="3017838" y="3419475"/>
          <p14:tracePt t="5826" x="3071813" y="3375025"/>
          <p14:tracePt t="5852" x="3108325" y="3322638"/>
          <p14:tracePt t="5853" x="3138488" y="3290888"/>
          <p14:tracePt t="5853" x="3138488" y="3276600"/>
          <p14:tracePt t="5869" x="3170238" y="3192463"/>
          <p14:tracePt t="5892" x="3224213" y="3094038"/>
          <p14:tracePt t="5893" x="3224213" y="3084513"/>
          <p14:tracePt t="5900" x="3236913" y="3062288"/>
          <p14:tracePt t="5920" x="3254375" y="3017838"/>
          <p14:tracePt t="5922" x="3254375" y="3009900"/>
          <p14:tracePt t="5940" x="3254375" y="2978150"/>
          <p14:tracePt t="5965" x="3246438" y="2911475"/>
          <p14:tracePt t="5967" x="3236913" y="2889250"/>
          <p14:tracePt t="5967" x="3236913" y="2879725"/>
          <p14:tracePt t="5985" x="3179763" y="2781300"/>
          <p14:tracePt t="5986" x="3170238" y="2773363"/>
          <p14:tracePt t="6008" x="3032125" y="2598738"/>
          <p14:tracePt t="6009" x="3009900" y="2589213"/>
          <p14:tracePt t="6035" x="2995613" y="2576513"/>
          <p14:tracePt t="6036" x="2719388" y="2406650"/>
          <p14:tracePt t="6036" x="2705100" y="2406650"/>
          <p14:tracePt t="6052" x="2490788" y="2317750"/>
          <p14:tracePt t="6072" x="2254250" y="2263775"/>
          <p14:tracePt t="6073" x="2241550" y="2263775"/>
          <p14:tracePt t="6073" x="2232025" y="2263775"/>
          <p14:tracePt t="6092" x="2027238" y="2232025"/>
          <p14:tracePt t="6092" x="2005013" y="2232025"/>
          <p14:tracePt t="6117" x="1844675" y="2224088"/>
          <p14:tracePt t="6118" x="1776413" y="2224088"/>
          <p14:tracePt t="6118" x="1768475" y="2224088"/>
          <p14:tracePt t="6135" x="1652588" y="2224088"/>
          <p14:tracePt t="6158" x="1539875" y="2232025"/>
          <p14:tracePt t="6183" x="1500188" y="2232025"/>
          <p14:tracePt t="6403" x="1487488" y="2241550"/>
          <p14:tracePt t="6403" x="1487488" y="2254250"/>
          <p14:tracePt t="6420" x="1455738" y="2295525"/>
          <p14:tracePt t="6420" x="1446213" y="2295525"/>
          <p14:tracePt t="6438" x="1379538" y="2406650"/>
          <p14:tracePt t="6439" x="1379538" y="2416175"/>
          <p14:tracePt t="6439" x="1370013" y="2424113"/>
          <p14:tracePt t="6459" x="1317625" y="2522538"/>
          <p14:tracePt t="6460" x="1317625" y="2536825"/>
          <p14:tracePt t="6467" x="1317625" y="2554288"/>
          <p14:tracePt t="6467" x="1303338" y="2554288"/>
          <p14:tracePt t="6484" x="1303338" y="2576513"/>
          <p14:tracePt t="6608" x="1317625" y="2576513"/>
          <p14:tracePt t="6626" x="1335088" y="2554288"/>
          <p14:tracePt t="6650" x="1357313" y="2536825"/>
          <p14:tracePt t="6652" x="1370013" y="2513013"/>
          <p14:tracePt t="6672" x="1393825" y="2478088"/>
          <p14:tracePt t="6692" x="1401763" y="2446338"/>
          <p14:tracePt t="6695" x="1401763" y="2438400"/>
          <p14:tracePt t="6713" x="1401763" y="2406650"/>
          <p14:tracePt t="6733" x="1393825" y="2362200"/>
          <p14:tracePt t="6734" x="1393825" y="2347913"/>
          <p14:tracePt t="6753" x="1370013" y="2317750"/>
          <p14:tracePt t="6775" x="1335088" y="2308225"/>
          <p14:tracePt t="6798" x="1303338" y="2308225"/>
          <p14:tracePt t="6799" x="1295400" y="2308225"/>
          <p14:tracePt t="6819" x="1227138" y="2308225"/>
          <p14:tracePt t="6839" x="1152525" y="2308225"/>
          <p14:tracePt t="6839" x="1143000" y="2308225"/>
          <p14:tracePt t="6859" x="1089025" y="2317750"/>
          <p14:tracePt t="6861" x="1081088" y="2330450"/>
          <p14:tracePt t="6877" x="1058863" y="2330450"/>
          <p14:tracePt t="6901" x="1044575" y="2339975"/>
          <p14:tracePt t="6920" x="1022350" y="2347913"/>
          <p14:tracePt t="6938" x="1004888" y="2370138"/>
          <p14:tracePt t="6966" x="968375" y="2416175"/>
          <p14:tracePt t="6966" x="960438" y="2438400"/>
          <p14:tracePt t="6988" x="915988" y="2490788"/>
          <p14:tracePt t="6988" x="915988" y="2500313"/>
          <p14:tracePt t="7006" x="906463" y="2544763"/>
          <p14:tracePt t="7007" x="906463" y="2554288"/>
          <p14:tracePt t="7033" x="906463" y="2598738"/>
          <p14:tracePt t="7033" x="906463" y="2620963"/>
          <p14:tracePt t="7034" x="906463" y="2630488"/>
          <p14:tracePt t="7051" x="906463" y="2674938"/>
          <p14:tracePt t="7051" x="906463" y="2682875"/>
          <p14:tracePt t="7070" x="906463" y="2736850"/>
          <p14:tracePt t="7089" x="906463" y="2781300"/>
          <p14:tracePt t="7116" x="928688" y="2825750"/>
          <p14:tracePt t="7116" x="928688" y="2835275"/>
          <p14:tracePt t="7133" x="938213" y="2857500"/>
          <p14:tracePt t="7133" x="938213" y="2867025"/>
          <p14:tracePt t="7153" x="960438" y="2889250"/>
          <p14:tracePt t="7171" x="982663" y="2919413"/>
          <p14:tracePt t="7191" x="1004888" y="2955925"/>
          <p14:tracePt t="7210" x="1022350" y="2978150"/>
          <p14:tracePt t="7218" x="1036638" y="2987675"/>
          <p14:tracePt t="7218" x="1044575" y="2995613"/>
          <p14:tracePt t="7236" x="1066800" y="3017838"/>
          <p14:tracePt t="7237" x="1081088" y="3017838"/>
          <p14:tracePt t="7259" x="1120775" y="3049588"/>
          <p14:tracePt t="7284" x="1174750" y="3094038"/>
          <p14:tracePt t="7285" x="1187450" y="3094038"/>
          <p14:tracePt t="7285" x="1196975" y="3108325"/>
          <p14:tracePt t="7302" x="1250950" y="3125788"/>
          <p14:tracePt t="7302" x="1263650" y="3125788"/>
          <p14:tracePt t="7324" x="1357313" y="3148013"/>
          <p14:tracePt t="7342" x="1370013" y="3148013"/>
          <p14:tracePt t="7342" x="1477963" y="3160713"/>
          <p14:tracePt t="7362" x="1608138" y="3160713"/>
          <p14:tracePt t="7387" x="1692275" y="3160713"/>
          <p14:tracePt t="7388" x="1714500" y="3160713"/>
          <p14:tracePt t="7388" x="1724025" y="3160713"/>
          <p14:tracePt t="7405" x="1758950" y="3148013"/>
          <p14:tracePt t="7405" x="1768475" y="3148013"/>
          <p14:tracePt t="7425" x="1790700" y="3138488"/>
          <p14:tracePt t="7426" x="1790700" y="3125788"/>
          <p14:tracePt t="7452" x="1822450" y="3094038"/>
          <p14:tracePt t="7453" x="1835150" y="3062288"/>
          <p14:tracePt t="7473" x="1852613" y="2978150"/>
          <p14:tracePt t="7491" x="1866900" y="2879725"/>
          <p14:tracePt t="7518" x="1844675" y="2773363"/>
          <p14:tracePt t="7518" x="1822450" y="2736850"/>
          <p14:tracePt t="7535" x="1776413" y="2682875"/>
          <p14:tracePt t="7558" x="1692275" y="2589213"/>
          <p14:tracePt t="7576" x="1616075" y="2513013"/>
          <p14:tracePt t="7594" x="1576388" y="2468563"/>
          <p14:tracePt t="7595" x="1562100" y="2468563"/>
          <p14:tracePt t="7614" x="1522413" y="2438400"/>
          <p14:tracePt t="7616" x="1509713" y="2438400"/>
          <p14:tracePt t="7636" x="1465263" y="2416175"/>
          <p14:tracePt t="7637" x="1465263" y="2406650"/>
          <p14:tracePt t="7658" x="1433513" y="2406650"/>
          <p14:tracePt t="7659" x="1423988" y="2406650"/>
          <p14:tracePt t="7675" x="1393825" y="2406650"/>
          <p14:tracePt t="7695" x="1347788" y="2406650"/>
          <p14:tracePt t="7700" x="1335088" y="2406650"/>
          <p14:tracePt t="7701" x="1325563" y="2406650"/>
          <p14:tracePt t="7718" x="1317625" y="2416175"/>
          <p14:tracePt t="7736" x="1317625" y="2438400"/>
          <p14:tracePt t="7758" x="1347788" y="2500313"/>
          <p14:tracePt t="7784" x="1401763" y="2576513"/>
          <p14:tracePt t="7785" x="1423988" y="2598738"/>
          <p14:tracePt t="7786" x="1433513" y="2608263"/>
          <p14:tracePt t="7806" x="1522413" y="2697163"/>
          <p14:tracePt t="7807" x="1531938" y="2705100"/>
          <p14:tracePt t="7826" x="1660525" y="2781300"/>
          <p14:tracePt t="7826" x="1670050" y="2795588"/>
          <p14:tracePt t="7845" x="1897063" y="2879725"/>
          <p14:tracePt t="7845" x="1906588" y="2889250"/>
          <p14:tracePt t="7864" x="2209800" y="2955925"/>
          <p14:tracePt t="7884" x="2522538" y="2978150"/>
          <p14:tracePt t="7903" x="2736850" y="2965450"/>
          <p14:tracePt t="7904" x="2751138" y="2965450"/>
          <p14:tracePt t="7904" x="2759075" y="2965450"/>
          <p14:tracePt t="7923" x="2867025" y="2919413"/>
          <p14:tracePt t="7947" x="2867025" y="2911475"/>
          <p14:tracePt t="7949" x="2889250" y="2857500"/>
          <p14:tracePt t="7967" x="2879725" y="2825750"/>
          <p14:tracePt t="7969" x="2879725" y="2813050"/>
          <p14:tracePt t="7986" x="2835275" y="2773363"/>
          <p14:tracePt t="8005" x="2795588" y="2727325"/>
          <p14:tracePt t="8006" x="2781300" y="2719388"/>
          <p14:tracePt t="8032" x="2705100" y="2665413"/>
          <p14:tracePt t="8033" x="2674938" y="2643188"/>
          <p14:tracePt t="8033" x="2665413" y="2630488"/>
          <p14:tracePt t="8050" x="2554288" y="2589213"/>
          <p14:tracePt t="8051" x="2544763" y="2589213"/>
          <p14:tracePt t="8051" x="2544763" y="2576513"/>
          <p14:tracePt t="8070" x="2424113" y="2554288"/>
          <p14:tracePt t="8070" x="2416175" y="2554288"/>
          <p14:tracePt t="8091" x="2295525" y="2566988"/>
          <p14:tracePt t="8116" x="2232025" y="2620963"/>
          <p14:tracePt t="8117" x="2224088" y="2643188"/>
          <p14:tracePt t="8117" x="2224088" y="2652713"/>
          <p14:tracePt t="8135" x="2224088" y="2727325"/>
          <p14:tracePt t="8136" x="2224088" y="2736850"/>
          <p14:tracePt t="8136" x="2224088" y="2751138"/>
          <p14:tracePt t="8157" x="2254250" y="2835275"/>
          <p14:tracePt t="8179" x="2308225" y="2919413"/>
          <p14:tracePt t="8179" x="2330450" y="2919413"/>
          <p14:tracePt t="8180" x="2330450" y="2933700"/>
          <p14:tracePt t="8197" x="2406650" y="2978150"/>
          <p14:tracePt t="8198" x="2416175" y="2987675"/>
          <p14:tracePt t="8220" x="2513013" y="2987675"/>
          <p14:tracePt t="8238" x="2576513" y="2978150"/>
          <p14:tracePt t="8259" x="2652713" y="2919413"/>
          <p14:tracePt t="8276" x="2682875" y="2847975"/>
          <p14:tracePt t="8282" x="2697163" y="2847975"/>
          <p14:tracePt t="8283" x="2697163" y="2813050"/>
          <p14:tracePt t="8283" x="2697163" y="2803525"/>
          <p14:tracePt t="8303" x="2697163" y="2697163"/>
          <p14:tracePt t="8323" x="2665413" y="2620963"/>
          <p14:tracePt t="8347" x="2608263" y="2576513"/>
          <p14:tracePt t="8349" x="2598738" y="2576513"/>
          <p14:tracePt t="8367" x="2544763" y="2566988"/>
          <p14:tracePt t="8391" x="2478088" y="2576513"/>
          <p14:tracePt t="8392" x="2478088" y="2589213"/>
          <p14:tracePt t="8396" x="2468563" y="2589213"/>
          <p14:tracePt t="8419" x="2416175" y="2643188"/>
          <p14:tracePt t="8420" x="2416175" y="2652713"/>
          <p14:tracePt t="8442" x="2384425" y="2736850"/>
          <p14:tracePt t="8443" x="2384425" y="2751138"/>
          <p14:tracePt t="8449" x="2370138" y="2773363"/>
          <p14:tracePt t="8450" x="2370138" y="2781300"/>
          <p14:tracePt t="8467" x="2370138" y="2835275"/>
          <p14:tracePt t="8496" x="2416175" y="2911475"/>
          <p14:tracePt t="8496" x="2416175" y="2919413"/>
          <p14:tracePt t="8521" x="2468563" y="2955925"/>
          <p14:tracePt t="8522" x="2478088" y="2965450"/>
          <p14:tracePt t="8522" x="2490788" y="2965450"/>
          <p14:tracePt t="8540" x="2536825" y="2978150"/>
          <p14:tracePt t="8541" x="2544763" y="2978150"/>
          <p14:tracePt t="8562" x="2598738" y="2965450"/>
          <p14:tracePt t="8563" x="2598738" y="2955925"/>
          <p14:tracePt t="8587" x="2652713" y="2919413"/>
          <p14:tracePt t="8588" x="2674938" y="2901950"/>
          <p14:tracePt t="8605" x="2697163" y="2847975"/>
          <p14:tracePt t="8606" x="2697163" y="2835275"/>
          <p14:tracePt t="8645" x="2705100" y="2759075"/>
          <p14:tracePt t="8645" x="2682875" y="2705100"/>
          <p14:tracePt t="8662" x="2652713" y="2674938"/>
          <p14:tracePt t="8686" x="2598738" y="2652713"/>
          <p14:tracePt t="8687" x="2576513" y="2652713"/>
          <p14:tracePt t="8707" x="2522538" y="2652713"/>
          <p14:tracePt t="8707" x="2513013" y="2652713"/>
          <p14:tracePt t="8729" x="2446338" y="2682875"/>
          <p14:tracePt t="8729" x="2438400" y="2682875"/>
          <p14:tracePt t="8746" x="2406650" y="2736850"/>
          <p14:tracePt t="8746" x="2406650" y="2751138"/>
          <p14:tracePt t="8765" x="2384425" y="2825750"/>
          <p14:tracePt t="8785" x="2393950" y="2901950"/>
          <p14:tracePt t="8804" x="2424113" y="2955925"/>
          <p14:tracePt t="8805" x="2438400" y="2955925"/>
          <p14:tracePt t="8824" x="2478088" y="2987675"/>
          <p14:tracePt t="8824" x="2490788" y="2987675"/>
          <p14:tracePt t="8850" x="2544763" y="2995613"/>
          <p14:tracePt t="8851" x="2554288" y="2995613"/>
          <p14:tracePt t="8867" x="2576513" y="2987675"/>
          <p14:tracePt t="8888" x="2589213" y="2978150"/>
          <p14:tracePt t="9098" x="2598738" y="2965450"/>
          <p14:tracePt t="9114" x="2620963" y="2933700"/>
          <p14:tracePt t="9114" x="2620963" y="2919413"/>
          <p14:tracePt t="9132" x="2643188" y="2879725"/>
          <p14:tracePt t="9155" x="2630488" y="2825750"/>
          <p14:tracePt t="9156" x="2620963" y="2825750"/>
          <p14:tracePt t="9174" x="2576513" y="2795588"/>
          <p14:tracePt t="9202" x="2500313" y="2759075"/>
          <p14:tracePt t="9202" x="2460625" y="2751138"/>
          <p14:tracePt t="9203" x="2446338" y="2751138"/>
          <p14:tracePt t="9221" x="2384425" y="2751138"/>
          <p14:tracePt t="9242" x="2330450" y="2781300"/>
          <p14:tracePt t="9266" x="2317750" y="2813050"/>
          <p14:tracePt t="9266" x="2317750" y="2835275"/>
          <p14:tracePt t="9284" x="2339975" y="2889250"/>
          <p14:tracePt t="9304" x="2384425" y="2933700"/>
          <p14:tracePt t="9305" x="2384425" y="2941638"/>
          <p14:tracePt t="9323" x="2446338" y="2965450"/>
          <p14:tracePt t="9342" x="2544763" y="2987675"/>
          <p14:tracePt t="9343" x="2554288" y="2987675"/>
          <p14:tracePt t="9361" x="2598738" y="2978150"/>
          <p14:tracePt t="9361" x="2682875" y="2955925"/>
          <p14:tracePt t="9378" x="2781300" y="2911475"/>
          <p14:tracePt t="9379" x="2795588" y="2901950"/>
          <p14:tracePt t="9379" x="2803525" y="2901950"/>
          <p14:tracePt t="9398" x="2835275" y="2835275"/>
          <p14:tracePt t="9420" x="2813050" y="2751138"/>
          <p14:tracePt t="9421" x="2813050" y="2736850"/>
          <p14:tracePt t="9437" x="2751138" y="2674938"/>
          <p14:tracePt t="9459" x="2630488" y="2630488"/>
          <p14:tracePt t="9460" x="2620963" y="2630488"/>
          <p14:tracePt t="9483" x="2536825" y="2643188"/>
          <p14:tracePt t="9483" x="2490788" y="2665413"/>
          <p14:tracePt t="9506" x="2384425" y="2759075"/>
          <p14:tracePt t="9506" x="2384425" y="2773363"/>
          <p14:tracePt t="9524" x="2339975" y="2857500"/>
          <p14:tracePt t="9550" x="2347913" y="2911475"/>
          <p14:tracePt t="9550" x="2362200" y="2933700"/>
          <p14:tracePt t="9567" x="2406650" y="2965450"/>
          <p14:tracePt t="9591" x="2478088" y="2978150"/>
          <p14:tracePt t="9591" x="2490788" y="2978150"/>
          <p14:tracePt t="9609" x="2544763" y="2965450"/>
          <p14:tracePt t="9616" x="2554288" y="2965450"/>
          <p14:tracePt t="9616" x="2566988" y="2941638"/>
          <p14:tracePt t="9617" x="2576513" y="2941638"/>
          <p14:tracePt t="9637" x="2652713" y="2889250"/>
          <p14:tracePt t="9638" x="2652713" y="2879725"/>
          <p14:tracePt t="9656" x="2674938" y="2835275"/>
          <p14:tracePt t="9656" x="2682875" y="2825750"/>
          <p14:tracePt t="9676" x="2665413" y="2759075"/>
          <p14:tracePt t="9676" x="2665413" y="2751138"/>
          <p14:tracePt t="9695" x="2608263" y="2682875"/>
          <p14:tracePt t="9718" x="2513013" y="2620963"/>
          <p14:tracePt t="9738" x="2438400" y="2620963"/>
          <p14:tracePt t="9758" x="2406650" y="2630488"/>
          <p14:tracePt t="9759" x="2406650" y="2643188"/>
          <p14:tracePt t="9759" x="2393950" y="2643188"/>
          <p14:tracePt t="9776" x="2370138" y="2674938"/>
          <p14:tracePt t="9799" x="2362200" y="2751138"/>
          <p14:tracePt t="9800" x="2362200" y="2759075"/>
          <p14:tracePt t="9816" x="2370138" y="2825750"/>
          <p14:tracePt t="9837" x="2416175" y="2889250"/>
          <p14:tracePt t="9838" x="2416175" y="2901950"/>
          <p14:tracePt t="9856" x="2468563" y="2919413"/>
          <p14:tracePt t="9882" x="2544763" y="2933700"/>
          <p14:tracePt t="9883" x="2554288" y="2933700"/>
          <p14:tracePt t="9883" x="2554288" y="2919413"/>
          <p14:tracePt t="9899" x="2608263" y="2889250"/>
          <p14:tracePt t="9921" x="2643188" y="2795588"/>
          <p14:tracePt t="9922" x="2643188" y="2781300"/>
          <p14:tracePt t="9942" x="2620963" y="2682875"/>
          <p14:tracePt t="9943" x="2620963" y="2674938"/>
          <p14:tracePt t="9946" x="2608263" y="2674938"/>
          <p14:tracePt t="9947" x="2608263" y="2665413"/>
          <p14:tracePt t="9948" x="2598738" y="2652713"/>
          <p14:tracePt t="9948" x="2598738" y="2643188"/>
          <p14:tracePt t="9965" x="2522538" y="2589213"/>
          <p14:tracePt t="9985" x="2468563" y="2576513"/>
          <p14:tracePt t="10004" x="2424113" y="2598738"/>
          <p14:tracePt t="10026" x="2406650" y="2643188"/>
          <p14:tracePt t="10029" x="2406650" y="2652713"/>
          <p14:tracePt t="10050" x="2406650" y="2705100"/>
          <p14:tracePt t="10051" x="2406650" y="2719388"/>
          <p14:tracePt t="10067" x="2416175" y="2736850"/>
          <p14:tracePt t="10088" x="2438400" y="2773363"/>
          <p14:tracePt t="10108" x="2478088" y="2803525"/>
          <p14:tracePt t="10146" x="2513013" y="2825750"/>
          <p14:tracePt t="10146" x="2536825" y="2825750"/>
          <p14:tracePt t="10180" x="2536825" y="2795588"/>
          <p14:tracePt t="10199" x="2522538" y="2727325"/>
          <p14:tracePt t="10200" x="2513013" y="2719388"/>
          <p14:tracePt t="10218" x="2468563" y="2652713"/>
          <p14:tracePt t="10236" x="2424113" y="2630488"/>
          <p14:tracePt t="10237" x="2424113" y="2620963"/>
          <p14:tracePt t="10258" x="2393950" y="2620963"/>
          <p14:tracePt t="10276" x="2384425" y="2630488"/>
          <p14:tracePt t="10301" x="2384425" y="2719388"/>
          <p14:tracePt t="10302" x="2384425" y="2727325"/>
          <p14:tracePt t="10320" x="2406650" y="2803525"/>
          <p14:tracePt t="10321" x="2416175" y="2803525"/>
          <p14:tracePt t="10321" x="2416175" y="2813050"/>
          <p14:tracePt t="10339" x="2490788" y="2879725"/>
          <p14:tracePt t="10339" x="2490788" y="2889250"/>
          <p14:tracePt t="10340" x="2500313" y="2889250"/>
          <p14:tracePt t="10360" x="2608263" y="2919413"/>
          <p14:tracePt t="10367" x="2643188" y="2933700"/>
          <p14:tracePt t="10388" x="2697163" y="2933700"/>
          <p14:tracePt t="10406" x="2705100" y="2933700"/>
          <p14:tracePt t="10443" x="2705100" y="2911475"/>
          <p14:tracePt t="10683" x="2705100" y="2901950"/>
          <p14:tracePt t="10683" x="2697163" y="2901950"/>
          <p14:tracePt t="10699" x="2665413" y="2857500"/>
          <p14:tracePt t="10699" x="2665413" y="2847975"/>
          <p14:tracePt t="10719" x="2576513" y="2759075"/>
          <p14:tracePt t="10737" x="2500313" y="2719388"/>
          <p14:tracePt t="10738" x="2490788" y="2719388"/>
          <p14:tracePt t="10760" x="2416175" y="2705100"/>
          <p14:tracePt t="10764" x="2406650" y="2705100"/>
          <p14:tracePt t="10786" x="2370138" y="2751138"/>
          <p14:tracePt t="10803" x="2362200" y="2795588"/>
          <p14:tracePt t="10804" x="2362200" y="2803525"/>
          <p14:tracePt t="10823" x="2370138" y="2857500"/>
          <p14:tracePt t="10843" x="2406650" y="2919413"/>
          <p14:tracePt t="10848" x="2416175" y="2919413"/>
          <p14:tracePt t="10849" x="2416175" y="2933700"/>
          <p14:tracePt t="10850" x="2424113" y="2933700"/>
          <p14:tracePt t="10850" x="2424113" y="2941638"/>
          <p14:tracePt t="10868" x="2460625" y="2955925"/>
          <p14:tracePt t="10890" x="2500313" y="2955925"/>
          <p14:tracePt t="10915" x="2566988" y="2911475"/>
          <p14:tracePt t="10916" x="2589213" y="2901950"/>
          <p14:tracePt t="10916" x="2589213" y="2889250"/>
          <p14:tracePt t="10933" x="2652713" y="2825750"/>
          <p14:tracePt t="10956" x="2697163" y="2719388"/>
          <p14:tracePt t="10956" x="2697163" y="2705100"/>
          <p14:tracePt t="10976" x="2674938" y="2620963"/>
          <p14:tracePt t="10976" x="2674938" y="2608263"/>
          <p14:tracePt t="11000" x="2630488" y="2576513"/>
          <p14:tracePt t="11002" x="2608263" y="2566988"/>
          <p14:tracePt t="11024" x="2554288" y="2566988"/>
          <p14:tracePt t="11025" x="2544763" y="2576513"/>
          <p14:tracePt t="11041" x="2513013" y="2598738"/>
          <p14:tracePt t="11041" x="2500313" y="2598738"/>
          <p14:tracePt t="11067" x="2460625" y="2674938"/>
          <p14:tracePt t="11067" x="2446338" y="2697163"/>
          <p14:tracePt t="11068" x="2446338" y="2705100"/>
          <p14:tracePt t="11088" x="2438400" y="2773363"/>
          <p14:tracePt t="11088" x="2438400" y="2781300"/>
          <p14:tracePt t="11106" x="2438400" y="2825750"/>
          <p14:tracePt t="11107" x="2438400" y="2835275"/>
          <p14:tracePt t="11126" x="2460625" y="2847975"/>
          <p14:tracePt t="11620" x="2460625" y="2835275"/>
          <p14:tracePt t="11620" x="2460625" y="2813050"/>
          <p14:tracePt t="11639" x="2446338" y="2759075"/>
          <p14:tracePt t="11640" x="2446338" y="2751138"/>
          <p14:tracePt t="11656" x="2424113" y="2674938"/>
          <p14:tracePt t="11681" x="2393950" y="2598738"/>
          <p14:tracePt t="11682" x="2393950" y="2589213"/>
          <p14:tracePt t="11698" x="2384425" y="2576513"/>
          <p14:tracePt t="12016" x="2370138" y="2589213"/>
          <p14:tracePt t="12032" x="2370138" y="2643188"/>
          <p14:tracePt t="12055" x="2370138" y="2781300"/>
          <p14:tracePt t="12056" x="2370138" y="2795588"/>
          <p14:tracePt t="12076" x="2406650" y="2919413"/>
          <p14:tracePt t="12078" x="2406650" y="2933700"/>
          <p14:tracePt t="12094" x="2416175" y="2933700"/>
          <p14:tracePt t="12095" x="2460625" y="3009900"/>
          <p14:tracePt t="12112" x="2468563" y="3009900"/>
          <p14:tracePt t="12112" x="2522538" y="3049588"/>
          <p14:tracePt t="12131" x="2589213" y="3062288"/>
          <p14:tracePt t="12151" x="2652713" y="3049588"/>
          <p14:tracePt t="12169" x="2665413" y="3049588"/>
          <p14:tracePt t="12169" x="2773363" y="3009900"/>
          <p14:tracePt t="12170" x="2773363" y="2995613"/>
          <p14:tracePt t="12171" x="2781300" y="2995613"/>
          <p14:tracePt t="12171" x="2795588" y="2987675"/>
          <p14:tracePt t="12190" x="2933700" y="2889250"/>
          <p14:tracePt t="12190" x="2941638" y="2879725"/>
          <p14:tracePt t="12210" x="3062288" y="2759075"/>
          <p14:tracePt t="12211" x="3062288" y="2751138"/>
          <p14:tracePt t="12227" x="3062288" y="2736850"/>
          <p14:tracePt t="12228" x="3094038" y="2630488"/>
          <p14:tracePt t="12229" x="3094038" y="2620963"/>
          <p14:tracePt t="12253" x="3071813" y="2500313"/>
          <p14:tracePt t="12254" x="3049588" y="2460625"/>
          <p14:tracePt t="12254" x="3040063" y="2446338"/>
          <p14:tracePt t="12271" x="2955925" y="2362200"/>
          <p14:tracePt t="12299" x="2857500" y="2317750"/>
          <p14:tracePt t="12300" x="2835275" y="2317750"/>
          <p14:tracePt t="12317" x="2813050" y="2339975"/>
          <p14:tracePt t="12317" x="2813050" y="2347913"/>
          <p14:tracePt t="12336" x="2795588" y="2438400"/>
          <p14:tracePt t="12359" x="2825750" y="2608263"/>
          <p14:tracePt t="12360" x="2825750" y="2620963"/>
          <p14:tracePt t="12384" x="2889250" y="2759075"/>
          <p14:tracePt t="12384" x="2933700" y="2825750"/>
          <p14:tracePt t="12401" x="3040063" y="2933700"/>
          <p14:tracePt t="12401" x="3040063" y="2941638"/>
          <p14:tracePt t="12422" x="3268663" y="3040063"/>
          <p14:tracePt t="12441" x="3460750" y="3084513"/>
          <p14:tracePt t="12442" x="3482975" y="3084513"/>
          <p14:tracePt t="12466" x="3687763" y="3094038"/>
          <p14:tracePt t="12467" x="3751263" y="3084513"/>
          <p14:tracePt t="12468" x="3763963" y="3084513"/>
          <p14:tracePt t="12468" x="3773488" y="3084513"/>
          <p14:tracePt t="12484" x="3879850" y="3049588"/>
          <p14:tracePt t="12503" x="3924300" y="3017838"/>
          <p14:tracePt t="12525" x="3924300" y="2933700"/>
          <p14:tracePt t="12525" x="3924300" y="2919413"/>
          <p14:tracePt t="12550" x="3879850" y="2803525"/>
          <p14:tracePt t="12551" x="3862388" y="2759075"/>
          <p14:tracePt t="12571" x="3773488" y="2652713"/>
          <p14:tracePt t="12572" x="3763963" y="2643188"/>
          <p14:tracePt t="12573" x="3751263" y="2630488"/>
          <p14:tracePt t="12591" x="3679825" y="2589213"/>
          <p14:tracePt t="12592" x="3679825" y="2576513"/>
          <p14:tracePt t="12592" x="3665538" y="2576513"/>
          <p14:tracePt t="12617" x="3611563" y="2554288"/>
          <p14:tracePt t="12619" x="3603625" y="2554288"/>
          <p14:tracePt t="12655" x="3581400" y="2544763"/>
          <p14:tracePt t="12721" x="3567113" y="2544763"/>
          <p14:tracePt t="12757" x="3567113" y="2536825"/>
          <p14:tracePt t="12772" x="3567113" y="2522538"/>
          <p14:tracePt t="12793" x="3581400" y="2513013"/>
          <p14:tracePt t="12817" x="3581400" y="2490788"/>
          <p14:tracePt t="12818" x="3589338" y="2478088"/>
          <p14:tracePt t="12835" x="3603625" y="2460625"/>
          <p14:tracePt t="12858" x="3611563" y="2424113"/>
          <p14:tracePt t="12884" x="3611563" y="2406650"/>
          <p14:tracePt t="12949" x="3603625" y="2406650"/>
          <p14:tracePt t="12969" x="3567113" y="2424113"/>
          <p14:tracePt t="12970" x="3536950" y="2446338"/>
          <p14:tracePt t="12988" x="3429000" y="2544763"/>
          <p14:tracePt t="12988" x="3419475" y="2544763"/>
          <p14:tracePt t="13006" x="3268663" y="2719388"/>
          <p14:tracePt t="13026" x="3094038" y="2955925"/>
          <p14:tracePt t="13028" x="3084513" y="2965450"/>
          <p14:tracePt t="13044" x="3084513" y="2978150"/>
          <p14:tracePt t="13045" x="2995613" y="3148013"/>
          <p14:tracePt t="13045" x="2987675" y="3160713"/>
          <p14:tracePt t="13061" x="2987675" y="3246438"/>
          <p14:tracePt t="13062" x="2987675" y="3254375"/>
          <p14:tracePt t="13087" x="3032125" y="3308350"/>
          <p14:tracePt t="13088" x="3049588" y="3308350"/>
          <p14:tracePt t="13106" x="3094038" y="3322638"/>
          <p14:tracePt t="13126" x="3125788" y="3308350"/>
          <p14:tracePt t="13150" x="3160713" y="3254375"/>
          <p14:tracePt t="13151" x="3170238" y="3224213"/>
          <p14:tracePt t="13151" x="3170238" y="3214688"/>
          <p14:tracePt t="13152" x="3179763" y="3201988"/>
          <p14:tracePt t="13169" x="3179763" y="3084513"/>
          <p14:tracePt t="13170" x="3179763" y="3071813"/>
          <p14:tracePt t="13193" x="3094038" y="2835275"/>
          <p14:tracePt t="13195" x="3084513" y="2813050"/>
          <p14:tracePt t="13211" x="2889250" y="2630488"/>
          <p14:tracePt t="13211" x="2879725" y="2630488"/>
          <p14:tracePt t="13232" x="2630488" y="2490788"/>
          <p14:tracePt t="13233" x="2536825" y="2460625"/>
          <p14:tracePt t="13234" x="2490788" y="2446338"/>
          <p14:tracePt t="13234" x="2478088" y="2446338"/>
          <p14:tracePt t="13252" x="2201863" y="2393950"/>
          <p14:tracePt t="13252" x="2187575" y="2384425"/>
          <p14:tracePt t="13271" x="1951038" y="2362200"/>
          <p14:tracePt t="13271" x="1941513" y="2362200"/>
          <p14:tracePt t="13292" x="1758950" y="2362200"/>
          <p14:tracePt t="13293" x="1746250" y="2362200"/>
          <p14:tracePt t="13310" x="1660525" y="2362200"/>
          <p14:tracePt t="13316" x="1638300" y="2362200"/>
          <p14:tracePt t="13333" x="1616075" y="2370138"/>
          <p14:tracePt t="13371" x="1608138" y="2370138"/>
          <p14:tracePt t="13388" x="1593850" y="2370138"/>
          <p14:tracePt t="13390" x="1584325" y="2370138"/>
          <p14:tracePt t="13407" x="1522413" y="2384425"/>
          <p14:tracePt t="13426" x="1401763" y="2406650"/>
          <p14:tracePt t="13430" x="1393825" y="2406650"/>
          <p14:tracePt t="13432" x="1357313" y="2416175"/>
          <p14:tracePt t="13432" x="1335088" y="2416175"/>
          <p14:tracePt t="13433" x="1325563" y="2424113"/>
          <p14:tracePt t="13452" x="1174750" y="2500313"/>
          <p14:tracePt t="13452" x="1152525" y="2513013"/>
          <p14:tracePt t="13471" x="1058863" y="2643188"/>
          <p14:tracePt t="13472" x="1058863" y="2652713"/>
          <p14:tracePt t="13493" x="1044575" y="2751138"/>
          <p14:tracePt t="13494" x="1044575" y="2759075"/>
          <p14:tracePt t="13511" x="1058863" y="2773363"/>
          <p14:tracePt t="13512" x="1098550" y="2847975"/>
          <p14:tracePt t="13536" x="1174750" y="2901950"/>
          <p14:tracePt t="13537" x="1204913" y="2911475"/>
          <p14:tracePt t="13537" x="1204913" y="2919413"/>
          <p14:tracePt t="13554" x="1281113" y="2919413"/>
          <p14:tracePt t="13555" x="1295400" y="2919413"/>
          <p14:tracePt t="13573" x="1379538" y="2911475"/>
          <p14:tracePt t="13599" x="1455738" y="2867025"/>
          <p14:tracePt t="13600" x="1465263" y="2847975"/>
          <p14:tracePt t="13622" x="1487488" y="2751138"/>
          <p14:tracePt t="13624" x="1487488" y="2736850"/>
          <p14:tracePt t="13647" x="1433513" y="2630488"/>
          <p14:tracePt t="13649" x="1423988" y="2608263"/>
          <p14:tracePt t="13669" x="1325563" y="2536825"/>
          <p14:tracePt t="13670" x="1325563" y="2522538"/>
          <p14:tracePt t="13670" x="1317625" y="2522538"/>
          <p14:tracePt t="13688" x="1241425" y="2500313"/>
          <p14:tracePt t="13707" x="1196975" y="2500313"/>
          <p14:tracePt t="13732" x="1187450" y="2522538"/>
          <p14:tracePt t="13734" x="1187450" y="2536825"/>
          <p14:tracePt t="13754" x="1174750" y="2598738"/>
          <p14:tracePt t="13755" x="1174750" y="2608263"/>
          <p14:tracePt t="13773" x="1196975" y="2697163"/>
          <p14:tracePt t="13799" x="1227138" y="2759075"/>
          <p14:tracePt t="13800" x="1241425" y="2781300"/>
          <p14:tracePt t="13821" x="1281113" y="2813050"/>
          <p14:tracePt t="13837" x="1317625" y="2825750"/>
          <p14:tracePt t="13859" x="1335088" y="2835275"/>
          <p14:tracePt t="13864" x="1335088" y="2847975"/>
          <p14:tracePt t="13866" x="1347788" y="2847975"/>
          <p14:tracePt t="13886" x="1393825" y="2867025"/>
          <p14:tracePt t="13886" x="1401763" y="2867025"/>
          <p14:tracePt t="13904" x="1446213" y="2889250"/>
          <p14:tracePt t="13904" x="1455738" y="2901950"/>
          <p14:tracePt t="13926" x="1531938" y="2901950"/>
          <p14:tracePt t="13946" x="1608138" y="2879725"/>
          <p14:tracePt t="13947" x="1608138" y="2867025"/>
          <p14:tracePt t="13963" x="1660525" y="2835275"/>
          <p14:tracePt t="13971" x="1670050" y="2813050"/>
          <p14:tracePt t="13990" x="1704975" y="2773363"/>
          <p14:tracePt t="14009" x="1724025" y="2719388"/>
          <p14:tracePt t="14010" x="1724025" y="2705100"/>
          <p14:tracePt t="14028" x="1724025" y="2697163"/>
          <p14:tracePt t="14029" x="1714500" y="2620963"/>
          <p14:tracePt t="14047" x="1704975" y="2566988"/>
          <p14:tracePt t="14069" x="1682750" y="2536825"/>
          <p14:tracePt t="14087" x="1670050" y="2513013"/>
          <p14:tracePt t="14106" x="1660525" y="2500313"/>
          <p14:tracePt t="14144" x="1652588" y="2490788"/>
          <p14:tracePt t="14178" x="1638300" y="2478088"/>
          <p14:tracePt t="14178" x="1616075" y="2468563"/>
          <p14:tracePt t="14201" x="1593850" y="2460625"/>
          <p14:tracePt t="14202" x="1576388" y="2446338"/>
          <p14:tracePt t="14223" x="1539875" y="2424113"/>
          <p14:tracePt t="14224" x="1531938" y="2424113"/>
          <p14:tracePt t="14242" x="1500188" y="2406650"/>
          <p14:tracePt t="14267" x="1465263" y="2393950"/>
          <p14:tracePt t="14268" x="1455738" y="2384425"/>
          <p14:tracePt t="14286" x="1433513" y="2370138"/>
          <p14:tracePt t="14308" x="1411288" y="2370138"/>
          <p14:tracePt t="14309" x="1411288" y="2362200"/>
          <p14:tracePt t="14332" x="1401763" y="2362200"/>
          <p14:tracePt t="14333" x="1393825" y="2362200"/>
          <p14:tracePt t="14353" x="1347788" y="2362200"/>
          <p14:tracePt t="14373" x="1295400" y="2362200"/>
          <p14:tracePt t="14393" x="1241425" y="2347913"/>
          <p14:tracePt t="14397" x="1227138" y="2347913"/>
          <p14:tracePt t="14416" x="1187450" y="2362200"/>
          <p14:tracePt t="14433" x="1165225" y="2362200"/>
          <p14:tracePt t="14454" x="1143000" y="2370138"/>
          <p14:tracePt t="14473" x="1111250" y="2406650"/>
          <p14:tracePt t="14492" x="1066800" y="2460625"/>
          <p14:tracePt t="14512" x="1004888" y="2576513"/>
          <p14:tracePt t="14534" x="938213" y="2705100"/>
          <p14:tracePt t="14553" x="906463" y="2847975"/>
          <p14:tracePt t="14572" x="906463" y="2941638"/>
          <p14:tracePt t="14592" x="928688" y="2995613"/>
          <p14:tracePt t="14597" x="928688" y="3009900"/>
          <p14:tracePt t="14611" x="938213" y="3009900"/>
          <p14:tracePt t="14611" x="950913" y="3032125"/>
          <p14:tracePt t="14648" x="968375" y="3040063"/>
          <p14:tracePt t="14664" x="982663" y="3049588"/>
          <p14:tracePt t="14701" x="1004888" y="3062288"/>
          <p14:tracePt t="14702" x="1036638" y="3071813"/>
          <p14:tracePt t="14724" x="1098550" y="3094038"/>
          <p14:tracePt t="14725" x="1111250" y="3108325"/>
          <p14:tracePt t="14742" x="1152525" y="3108325"/>
          <p14:tracePt t="14743" x="1152525" y="3116263"/>
          <p14:tracePt t="14761" x="1204913" y="3116263"/>
          <p14:tracePt t="14783" x="1250950" y="3116263"/>
          <p14:tracePt t="14784" x="1273175" y="3116263"/>
          <p14:tracePt t="14784" x="1281113" y="3116263"/>
          <p14:tracePt t="14800" x="1347788" y="3094038"/>
          <p14:tracePt t="14821" x="1423988" y="3040063"/>
          <p14:tracePt t="14840" x="1500188" y="2987675"/>
          <p14:tracePt t="14868" x="1576388" y="2941638"/>
          <p14:tracePt t="14869" x="1593850" y="2919413"/>
          <p14:tracePt t="14886" x="1630363" y="2889250"/>
          <p14:tracePt t="14886" x="1638300" y="2879725"/>
          <p14:tracePt t="14906" x="1660525" y="2835275"/>
          <p14:tracePt t="14926" x="1670050" y="2751138"/>
          <p14:tracePt t="14950" x="1660525" y="2630488"/>
          <p14:tracePt t="14951" x="1660525" y="2620963"/>
          <p14:tracePt t="14970" x="1652588" y="2554288"/>
          <p14:tracePt t="14990" x="1616075" y="2500313"/>
          <p14:tracePt t="15015" x="1593850" y="2446338"/>
          <p14:tracePt t="15015" x="1584325" y="2438400"/>
          <p14:tracePt t="15033" x="1554163" y="2384425"/>
          <p14:tracePt t="15033" x="1539875" y="2384425"/>
          <p14:tracePt t="15055" x="1487488" y="2339975"/>
          <p14:tracePt t="15055" x="1487488" y="2330450"/>
          <p14:tracePt t="15074" x="1455738" y="2308225"/>
          <p14:tracePt t="15099" x="1433513" y="2295525"/>
          <p14:tracePt t="15099" x="1423988" y="2295525"/>
          <p14:tracePt t="15134" x="1411288" y="2295525"/>
          <p14:tracePt t="15134" x="1401763" y="2295525"/>
          <p14:tracePt t="15135" x="1393825" y="2295525"/>
          <p14:tracePt t="15153" x="1370013" y="2295525"/>
          <p14:tracePt t="15170" x="1347788" y="2308225"/>
          <p14:tracePt t="15191" x="1317625" y="2317750"/>
          <p14:tracePt t="15215" x="1281113" y="2330450"/>
          <p14:tracePt t="15216" x="1273175" y="2330450"/>
          <p14:tracePt t="15233" x="1250950" y="2339975"/>
          <p14:tracePt t="15234" x="1241425" y="2339975"/>
          <p14:tracePt t="15254" x="1204913" y="2362200"/>
          <p14:tracePt t="15272" x="1174750" y="2393950"/>
          <p14:tracePt t="15292" x="1143000" y="2424113"/>
          <p14:tracePt t="15293" x="1133475" y="2424113"/>
          <p14:tracePt t="15317" x="1098550" y="2460625"/>
          <p14:tracePt t="15318" x="1089025" y="2468563"/>
          <p14:tracePt t="15338" x="1058863" y="2490788"/>
          <p14:tracePt t="15338" x="1058863" y="2500313"/>
          <p14:tracePt t="15403" x="1044575" y="2500313"/>
          <p14:tracePt t="15419" x="1044575" y="2513013"/>
          <p14:tracePt t="15436" x="1036638" y="2536825"/>
          <p14:tracePt t="15456" x="1022350" y="2576513"/>
          <p14:tracePt t="15476" x="1012825" y="2620963"/>
          <p14:tracePt t="15476" x="1012825" y="2630488"/>
          <p14:tracePt t="15497" x="1004888" y="2682875"/>
          <p14:tracePt t="15499" x="1004888" y="2697163"/>
          <p14:tracePt t="15500" x="1004888" y="2705100"/>
          <p14:tracePt t="15521" x="1004888" y="2781300"/>
          <p14:tracePt t="15522" x="1004888" y="2795588"/>
          <p14:tracePt t="15542" x="1012825" y="2889250"/>
          <p14:tracePt t="15563" x="1036638" y="2987675"/>
          <p14:tracePt t="15565" x="1044575" y="2995613"/>
          <p14:tracePt t="15566" x="1044575" y="3009900"/>
          <p14:tracePt t="15585" x="1089025" y="3071813"/>
          <p14:tracePt t="15606" x="1143000" y="3125788"/>
          <p14:tracePt t="15624" x="1174750" y="3160713"/>
          <p14:tracePt t="15625" x="1187450" y="3160713"/>
          <p14:tracePt t="15626" x="1187450" y="3170238"/>
          <p14:tracePt t="15651" x="1219200" y="3192463"/>
          <p14:tracePt t="15652" x="1241425" y="3201988"/>
          <p14:tracePt t="15672" x="1281113" y="3224213"/>
          <p14:tracePt t="15691" x="1325563" y="3236913"/>
          <p14:tracePt t="15715" x="1335088" y="3236913"/>
          <p14:tracePt t="15715" x="1423988" y="3254375"/>
          <p14:tracePt t="15733" x="1500188" y="3254375"/>
          <p14:tracePt t="15734" x="1509713" y="3254375"/>
          <p14:tracePt t="15754" x="1608138" y="3254375"/>
          <p14:tracePt t="15774" x="1714500" y="3246438"/>
          <p14:tracePt t="15797" x="1812925" y="3214688"/>
          <p14:tracePt t="15797" x="1822450" y="3201988"/>
          <p14:tracePt t="15798" x="1835150" y="3201988"/>
          <p14:tracePt t="15815" x="1874838" y="3170238"/>
          <p14:tracePt t="15816" x="1874838" y="3160713"/>
          <p14:tracePt t="15834" x="1906588" y="3116263"/>
          <p14:tracePt t="15859" x="1928813" y="3017838"/>
          <p14:tracePt t="15860" x="1928813" y="3009900"/>
          <p14:tracePt t="15877" x="1928813" y="2933700"/>
          <p14:tracePt t="15882" x="1928813" y="2919413"/>
          <p14:tracePt t="15883" x="1928813" y="2911475"/>
          <p14:tracePt t="15883" x="1928813" y="2901950"/>
          <p14:tracePt t="15900" x="1928813" y="2835275"/>
          <p14:tracePt t="15921" x="1906588" y="2736850"/>
          <p14:tracePt t="15940" x="1874838" y="2643188"/>
          <p14:tracePt t="15941" x="1874838" y="2630488"/>
          <p14:tracePt t="15968" x="1835150" y="2544763"/>
          <p14:tracePt t="15968" x="1812925" y="2513013"/>
          <p14:tracePt t="15987" x="1758950" y="2460625"/>
          <p14:tracePt t="16012" x="1692275" y="2416175"/>
          <p14:tracePt t="16014" x="1682750" y="2416175"/>
          <p14:tracePt t="16034" x="1638300" y="2406650"/>
          <p14:tracePt t="16056" x="1593850" y="2406650"/>
          <p14:tracePt t="16057" x="1584325" y="2406650"/>
          <p14:tracePt t="16077" x="1539875" y="2416175"/>
          <p14:tracePt t="16096" x="1531938" y="2424113"/>
          <p14:tracePt t="16096" x="1465263" y="2438400"/>
          <p14:tracePt t="16115" x="1393825" y="2468563"/>
          <p14:tracePt t="16115" x="1379538" y="2468563"/>
          <p14:tracePt t="16133" x="1303338" y="2500313"/>
          <p14:tracePt t="16155" x="1227138" y="2554288"/>
          <p14:tracePt t="16173" x="1196975" y="2598738"/>
          <p14:tracePt t="16201" x="1174750" y="2643188"/>
          <p14:tracePt t="16201" x="1165225" y="2674938"/>
          <p14:tracePt t="16219" x="1165225" y="2719388"/>
          <p14:tracePt t="16240" x="1174750" y="2759075"/>
          <p14:tracePt t="16262" x="1196975" y="2803525"/>
          <p14:tracePt t="16284" x="1227138" y="2847975"/>
          <p14:tracePt t="16301" x="1250950" y="2879725"/>
          <p14:tracePt t="16324" x="1273175" y="2911475"/>
          <p14:tracePt t="16350" x="1303338" y="2941638"/>
          <p14:tracePt t="16351" x="1317625" y="2955925"/>
          <p14:tracePt t="16367" x="1347788" y="2965450"/>
          <p14:tracePt t="16390" x="1401763" y="2987675"/>
          <p14:tracePt t="16429" x="1465263" y="2978150"/>
          <p14:tracePt t="16429" x="1554163" y="2955925"/>
          <p14:tracePt t="16450" x="1638300" y="2901950"/>
          <p14:tracePt t="16468" x="1682750" y="2847975"/>
          <p14:tracePt t="16468" x="1682750" y="2835275"/>
          <p14:tracePt t="16488" x="1692275" y="2773363"/>
          <p14:tracePt t="16508" x="1670050" y="2697163"/>
          <p14:tracePt t="16509" x="1670050" y="2682875"/>
          <p14:tracePt t="16533" x="1638300" y="2652713"/>
          <p14:tracePt t="16533" x="1630363" y="2643188"/>
          <p14:tracePt t="16555" x="1576388" y="2608263"/>
          <p14:tracePt t="16574" x="1531938" y="2589213"/>
          <p14:tracePt t="16599" x="1487488" y="2576513"/>
          <p14:tracePt t="16600" x="1465263" y="2566988"/>
          <p14:tracePt t="16601" x="1455738" y="2566988"/>
          <p14:tracePt t="16619" x="1401763" y="2554288"/>
          <p14:tracePt t="16641" x="1325563" y="2554288"/>
          <p14:tracePt t="16679" x="1281113" y="2554288"/>
          <p14:tracePt t="16679" x="1273175" y="2566988"/>
          <p14:tracePt t="16702" x="1263650" y="2608263"/>
          <p14:tracePt t="16702" x="1250950" y="2643188"/>
          <p14:tracePt t="16721" x="1250950" y="2773363"/>
          <p14:tracePt t="16722" x="1250950" y="2781300"/>
          <p14:tracePt t="16722" x="1250950" y="2795588"/>
          <p14:tracePt t="16741" x="1263650" y="2911475"/>
          <p14:tracePt t="16741" x="1263650" y="2919413"/>
          <p14:tracePt t="16759" x="1295400" y="3009900"/>
          <p14:tracePt t="16784" x="1347788" y="3071813"/>
          <p14:tracePt t="16803" x="1379538" y="3094038"/>
          <p14:tracePt t="16822" x="1423988" y="3108325"/>
          <p14:tracePt t="16841" x="1446213" y="3108325"/>
          <p14:tracePt t="16860" x="1455738" y="3094038"/>
          <p14:tracePt t="16887" x="1477963" y="3071813"/>
          <p14:tracePt t="16887" x="1500188" y="3049588"/>
          <p14:tracePt t="16909" x="1562100" y="2965450"/>
          <p14:tracePt t="16934" x="1616075" y="2879725"/>
          <p14:tracePt t="16935" x="1630363" y="2847975"/>
          <p14:tracePt t="16953" x="1638300" y="2795588"/>
          <p14:tracePt t="16973" x="1616075" y="2773363"/>
          <p14:tracePt t="16992" x="1593850" y="2759075"/>
          <p14:tracePt t="17017" x="1562100" y="2751138"/>
          <p14:tracePt t="17018" x="1554163" y="2751138"/>
          <p14:tracePt t="17035" x="1531938" y="2751138"/>
          <p14:tracePt t="17054" x="1509713" y="2751138"/>
          <p14:tracePt t="17055" x="1500188" y="2751138"/>
          <p14:tracePt t="17208" x="1487488" y="2727325"/>
          <p14:tracePt t="17211" x="1487488" y="2719388"/>
          <p14:tracePt t="17235" x="1455738" y="2697163"/>
          <p14:tracePt t="17236" x="1433513" y="2682875"/>
          <p14:tracePt t="17256" x="1379538" y="2682875"/>
          <p14:tracePt t="17256" x="1370013" y="2682875"/>
          <p14:tracePt t="17274" x="1335088" y="2682875"/>
          <p14:tracePt t="17291" x="1303338" y="2719388"/>
          <p14:tracePt t="17292" x="1295400" y="2719388"/>
          <p14:tracePt t="17318" x="1263650" y="2781300"/>
          <p14:tracePt t="17334" x="1263650" y="2825750"/>
          <p14:tracePt t="17357" x="1295400" y="2879725"/>
          <p14:tracePt t="17376" x="1325563" y="2911475"/>
          <p14:tracePt t="17395" x="1370013" y="2933700"/>
          <p14:tracePt t="17432" x="1401763" y="2933700"/>
          <p14:tracePt t="17433" x="1423988" y="2933700"/>
          <p14:tracePt t="17451" x="1446213" y="2919413"/>
          <p14:tracePt t="17469" x="1465263" y="2879725"/>
          <p14:tracePt t="17492" x="1487488" y="2803525"/>
          <p14:tracePt t="17494" x="1487488" y="2795588"/>
          <p14:tracePt t="17511" x="1487488" y="2751138"/>
          <p14:tracePt t="17534" x="1477963" y="2727325"/>
          <p14:tracePt t="17786" x="1465263" y="2727325"/>
          <p14:tracePt t="17821" x="1455738" y="2719388"/>
          <p14:tracePt t="17837" x="1446213" y="2705100"/>
          <p14:tracePt t="17858" x="1433513" y="2697163"/>
          <p14:tracePt t="17876" x="1423988" y="2697163"/>
          <p14:tracePt t="17918" x="1411288" y="2697163"/>
          <p14:tracePt t="17935" x="1393825" y="2697163"/>
          <p14:tracePt t="17935" x="1393825" y="2705100"/>
          <p14:tracePt t="17954" x="1379538" y="2705100"/>
          <p14:tracePt t="23760" x="1370013" y="2705100"/>
          <p14:tracePt t="23777" x="1295400" y="2727325"/>
          <p14:tracePt t="23782" x="1219200" y="2751138"/>
          <p14:tracePt t="23783" x="1196975" y="2751138"/>
          <p14:tracePt t="23802" x="808038" y="2813050"/>
          <p14:tracePt t="23803" x="731838" y="2825750"/>
          <p14:tracePt t="23803" x="701675" y="2835275"/>
          <p14:tracePt t="23824" x="98425" y="2965450"/>
          <p14:tracePt t="23824" x="76200" y="2965450"/>
          <p14:tracePt t="23915" x="303213" y="3009900"/>
          <p14:tracePt t="23931" x="647700" y="2995613"/>
          <p14:tracePt t="23937" x="655638" y="2995613"/>
          <p14:tracePt t="23937" x="746125" y="3017838"/>
          <p14:tracePt t="23938" x="763588" y="3017838"/>
          <p14:tracePt t="23955" x="982663" y="3084513"/>
          <p14:tracePt t="23971" x="1204913" y="3170238"/>
          <p14:tracePt t="23992" x="1670050" y="3384550"/>
          <p14:tracePt t="23992" x="1682750" y="3397250"/>
          <p14:tracePt t="23993" x="1704975" y="3406775"/>
          <p14:tracePt t="23993" x="1746250" y="3429000"/>
          <p14:tracePt t="24010" x="2286000" y="3643313"/>
          <p14:tracePt t="24027" x="2682875" y="3751263"/>
          <p14:tracePt t="24035" x="2835275" y="3795713"/>
          <p14:tracePt t="24052" x="2857500" y="3795713"/>
          <p14:tracePt t="24052" x="3125788" y="3879850"/>
          <p14:tracePt t="24067" x="3330575" y="3956050"/>
          <p14:tracePt t="24087" x="3527425" y="4010025"/>
          <p14:tracePt t="24087" x="3536950" y="4022725"/>
          <p14:tracePt t="24104" x="3808413" y="4032250"/>
          <p14:tracePt t="24105" x="3825875" y="4032250"/>
          <p14:tracePt t="24124" x="4313238" y="3968750"/>
          <p14:tracePt t="24140" x="4938713" y="3817938"/>
          <p14:tracePt t="24141" x="4983163" y="3808413"/>
          <p14:tracePt t="24158" x="5661025" y="3611563"/>
          <p14:tracePt t="24174" x="6416675" y="3397250"/>
          <p14:tracePt t="24193" x="6781800" y="3268663"/>
          <p14:tracePt t="24194" x="6781800" y="3254375"/>
          <p14:tracePt t="24214" x="6813550" y="3236913"/>
          <p14:tracePt t="24270" x="6826250" y="3224213"/>
          <p14:tracePt t="24288" x="6858000" y="3192463"/>
          <p14:tracePt t="24310" x="6965950" y="3192463"/>
          <p14:tracePt t="24327" x="6978650" y="3192463"/>
          <p14:tracePt t="24332" x="7192963" y="3254375"/>
          <p14:tracePt t="24333" x="7277100" y="3276600"/>
          <p14:tracePt t="24333" x="7299325" y="3290888"/>
          <p14:tracePt t="24352" x="7589838" y="3406775"/>
          <p14:tracePt t="24371" x="7621588" y="3419475"/>
          <p14:tracePt t="24372" x="7894638" y="3549650"/>
          <p14:tracePt t="24373" x="7902575" y="3549650"/>
          <p14:tracePt t="24373" x="7916863" y="3559175"/>
          <p14:tracePt t="24391" x="8062913" y="3656013"/>
          <p14:tracePt t="24430" x="8131175" y="3741738"/>
          <p14:tracePt t="24430" x="8153400" y="3786188"/>
          <p14:tracePt t="24586" x="8131175" y="3773488"/>
          <p14:tracePt t="24602" x="8108950" y="3751263"/>
          <p14:tracePt t="24622" x="8062913" y="3709988"/>
          <p14:tracePt t="24646" x="8023225" y="3665538"/>
          <p14:tracePt t="24647" x="8010525" y="3656013"/>
          <p14:tracePt t="24648" x="8001000" y="3656013"/>
          <p14:tracePt t="24668" x="7956550" y="3621088"/>
          <p14:tracePt t="24687" x="7939088" y="3621088"/>
          <p14:tracePt t="24783" x="7916863" y="3633788"/>
          <p14:tracePt t="24798" x="7902575" y="3643313"/>
          <p14:tracePt t="24821" x="7894638" y="3656013"/>
          <p14:tracePt t="24822" x="7880350" y="3656013"/>
          <p14:tracePt t="24858" x="7862888" y="3665538"/>
          <p14:tracePt t="24882" x="7818438" y="3679825"/>
          <p14:tracePt t="24883" x="7808913" y="3687763"/>
          <p14:tracePt t="24903" x="7742238" y="3709988"/>
          <p14:tracePt t="24905" x="7732713" y="3709988"/>
          <p14:tracePt t="24922" x="7688263" y="3732213"/>
          <p14:tracePt t="24941" x="7643813" y="3751263"/>
          <p14:tracePt t="24963" x="7612063" y="3786188"/>
          <p14:tracePt t="24965" x="7612063" y="3795713"/>
          <p14:tracePt t="24986" x="7604125" y="3825875"/>
          <p14:tracePt t="24986" x="7604125" y="3840163"/>
          <p14:tracePt t="25002" x="7604125" y="3862388"/>
          <p14:tracePt t="25023" x="7612063" y="3894138"/>
          <p14:tracePt t="25043" x="7634288" y="3902075"/>
          <p14:tracePt t="25069" x="7680325" y="3916363"/>
          <p14:tracePt t="25069" x="7688263" y="3916363"/>
          <p14:tracePt t="25085" x="7720013" y="3916363"/>
          <p14:tracePt t="25104" x="7773988" y="3916363"/>
          <p14:tracePt t="25122" x="7826375" y="3916363"/>
          <p14:tracePt t="25124" x="7840663" y="3916363"/>
          <p14:tracePt t="25143" x="7924800" y="3902075"/>
          <p14:tracePt t="25150" x="7969250" y="3902075"/>
          <p14:tracePt t="25161" x="8010525" y="3894138"/>
          <p14:tracePt t="25162" x="8023225" y="3879850"/>
          <p14:tracePt t="25183" x="8108950" y="3840163"/>
          <p14:tracePt t="25200" x="8161338" y="3795713"/>
          <p14:tracePt t="25227" x="8193088" y="3732213"/>
          <p14:tracePt t="25229" x="8193088" y="3719513"/>
          <p14:tracePt t="25230" x="8193088" y="3709988"/>
          <p14:tracePt t="25251" x="8161338" y="3633788"/>
          <p14:tracePt t="25268" x="8121650" y="3559175"/>
          <p14:tracePt t="25292" x="8010525" y="3460750"/>
          <p14:tracePt t="25292" x="7991475" y="3451225"/>
          <p14:tracePt t="25310" x="7916863" y="3419475"/>
          <p14:tracePt t="25328" x="7902575" y="3406775"/>
          <p14:tracePt t="25328" x="7826375" y="3397250"/>
          <p14:tracePt t="25349" x="7751763" y="3397250"/>
          <p14:tracePt t="25351" x="7742238" y="3397250"/>
          <p14:tracePt t="25369" x="7666038" y="3406775"/>
          <p14:tracePt t="25370" x="7643813" y="3406775"/>
          <p14:tracePt t="25388" x="7550150" y="3451225"/>
          <p14:tracePt t="25388" x="7537450" y="3451225"/>
          <p14:tracePt t="25407" x="7367588" y="3513138"/>
          <p14:tracePt t="25407" x="7353300" y="3513138"/>
          <p14:tracePt t="25425" x="7202488" y="3581400"/>
          <p14:tracePt t="25425" x="7192963" y="3589338"/>
          <p14:tracePt t="25443" x="7108825" y="3643313"/>
          <p14:tracePt t="25450" x="7094538" y="3656013"/>
          <p14:tracePt t="25451" x="7085013" y="3656013"/>
          <p14:tracePt t="25470" x="7085013" y="3679825"/>
          <p14:tracePt t="25496" x="7116763" y="3687763"/>
          <p14:tracePt t="25496" x="7126288" y="3697288"/>
          <p14:tracePt t="25517" x="7180263" y="3732213"/>
          <p14:tracePt t="25518" x="7202488" y="3751263"/>
          <p14:tracePt t="25518" x="7215188" y="3751263"/>
          <p14:tracePt t="25536" x="7323138" y="3825875"/>
          <p14:tracePt t="25558" x="7483475" y="3916363"/>
          <p14:tracePt t="25559" x="7491413" y="3924300"/>
          <p14:tracePt t="25584" x="7505700" y="3924300"/>
          <p14:tracePt t="25585" x="7688263" y="4000500"/>
          <p14:tracePt t="25603" x="7786688" y="4010025"/>
          <p14:tracePt t="25605" x="7796213" y="4010025"/>
          <p14:tracePt t="25606" x="7808913" y="4010025"/>
          <p14:tracePt t="25623" x="7870825" y="4010025"/>
          <p14:tracePt t="25643" x="7924800" y="3968750"/>
          <p14:tracePt t="25643" x="7924800" y="3956050"/>
          <p14:tracePt t="25668" x="8001000" y="3848100"/>
          <p14:tracePt t="25668" x="8023225" y="3808413"/>
          <p14:tracePt t="25686" x="8062913" y="3697288"/>
          <p14:tracePt t="25709" x="8062913" y="3621088"/>
          <p14:tracePt t="25711" x="8062913" y="3611563"/>
          <p14:tracePt t="25730" x="8045450" y="3589338"/>
          <p14:tracePt t="25733" x="8045450" y="3581400"/>
          <p14:tracePt t="25733" x="8032750" y="3581400"/>
          <p14:tracePt t="25752" x="8001000" y="3549650"/>
          <p14:tracePt t="25774" x="7916863" y="3490913"/>
          <p14:tracePt t="25775" x="7902575" y="3490913"/>
          <p14:tracePt t="25792" x="7808913" y="3460750"/>
          <p14:tracePt t="25818" x="7680325" y="3438525"/>
          <p14:tracePt t="25819" x="7612063" y="3429000"/>
          <p14:tracePt t="25819" x="7604125" y="3429000"/>
          <p14:tracePt t="25836" x="7483475" y="3429000"/>
          <p14:tracePt t="25855" x="7385050" y="3438525"/>
          <p14:tracePt t="25856" x="7375525" y="3438525"/>
          <p14:tracePt t="25882" x="7299325" y="3473450"/>
          <p14:tracePt t="25883" x="7291388" y="3473450"/>
          <p14:tracePt t="25883" x="7277100" y="3482975"/>
          <p14:tracePt t="25900" x="7237413" y="3513138"/>
          <p14:tracePt t="25924" x="7180263" y="3589338"/>
          <p14:tracePt t="25943" x="7148513" y="3643313"/>
          <p14:tracePt t="25967" x="7138988" y="3679825"/>
          <p14:tracePt t="25968" x="7138988" y="3687763"/>
          <p14:tracePt t="25985" x="7138988" y="3697288"/>
          <p14:tracePt t="26004" x="7148513" y="3709988"/>
          <p14:tracePt t="26021" x="7161213" y="3732213"/>
          <p14:tracePt t="26041" x="7180263" y="3741738"/>
          <p14:tracePt t="26041" x="7180263" y="3751263"/>
          <p14:tracePt t="26059" x="7192963" y="3763963"/>
          <p14:tracePt t="26059" x="7202488" y="3763963"/>
          <p14:tracePt t="26086" x="7215188" y="3786188"/>
          <p14:tracePt t="26087" x="7224713" y="3795713"/>
          <p14:tracePt t="26104" x="7246938" y="3817938"/>
          <p14:tracePt t="26104" x="7254875" y="3817938"/>
          <p14:tracePt t="26123" x="7277100" y="3848100"/>
          <p14:tracePt t="26160" x="7308850" y="3862388"/>
          <p14:tracePt t="26161" x="7345363" y="3862388"/>
          <p14:tracePt t="26182" x="7367588" y="3870325"/>
          <p14:tracePt t="26183" x="7375525" y="3862388"/>
          <p14:tracePt t="26204" x="7451725" y="3840163"/>
          <p14:tracePt t="26225" x="7550150" y="3795713"/>
          <p14:tracePt t="26226" x="7559675" y="3786188"/>
          <p14:tracePt t="26226" x="7567613" y="3786188"/>
          <p14:tracePt t="26251" x="7656513" y="3751263"/>
          <p14:tracePt t="26252" x="7688263" y="3741738"/>
          <p14:tracePt t="26252" x="7697788" y="3741738"/>
          <p14:tracePt t="26269" x="7751763" y="3709988"/>
          <p14:tracePt t="26270" x="7764463" y="3709988"/>
          <p14:tracePt t="26290" x="7796213" y="3679825"/>
          <p14:tracePt t="26291" x="7796213" y="3665538"/>
          <p14:tracePt t="26315" x="7808913" y="3633788"/>
          <p14:tracePt t="26316" x="7808913" y="3621088"/>
          <p14:tracePt t="26333" x="7796213" y="3603625"/>
          <p14:tracePt t="26356" x="7751763" y="3559175"/>
          <p14:tracePt t="26357" x="7751763" y="3549650"/>
          <p14:tracePt t="26376" x="7697788" y="3513138"/>
          <p14:tracePt t="26383" x="7697788" y="3505200"/>
          <p14:tracePt t="26383" x="7666038" y="3490913"/>
          <p14:tracePt t="26400" x="7589838" y="3460750"/>
          <p14:tracePt t="26400" x="7581900" y="3451225"/>
          <p14:tracePt t="26422" x="7483475" y="3419475"/>
          <p14:tracePt t="26422" x="7473950" y="3419475"/>
          <p14:tracePt t="26442" x="7397750" y="3406775"/>
          <p14:tracePt t="26443" x="7385050" y="3406775"/>
          <p14:tracePt t="26467" x="7345363" y="3406775"/>
          <p14:tracePt t="26468" x="7331075" y="3419475"/>
          <p14:tracePt t="26488" x="7299325" y="3451225"/>
          <p14:tracePt t="26509" x="7246938" y="3527425"/>
          <p14:tracePt t="26510" x="7237413" y="3536950"/>
          <p14:tracePt t="26528" x="7170738" y="3643313"/>
          <p14:tracePt t="26529" x="7170738" y="3656013"/>
          <p14:tracePt t="26545" x="7161213" y="3665538"/>
          <p14:tracePt t="26545" x="7085013" y="3795713"/>
          <p14:tracePt t="26564" x="7010400" y="3938588"/>
          <p14:tracePt t="26564" x="7010400" y="3946525"/>
          <p14:tracePt t="26587" x="7010400" y="3956050"/>
          <p14:tracePt t="26587" x="6965950" y="4054475"/>
          <p14:tracePt t="26608" x="6978650" y="4108450"/>
          <p14:tracePt t="26626" x="6988175" y="4121150"/>
          <p14:tracePt t="26626" x="7018338" y="4138613"/>
          <p14:tracePt t="26630" x="7032625" y="4138613"/>
          <p14:tracePt t="26632" x="7040563" y="4138613"/>
          <p14:tracePt t="26654" x="7116763" y="4160838"/>
          <p14:tracePt t="26675" x="7202488" y="4192588"/>
          <p14:tracePt t="26675" x="7215188" y="4192588"/>
          <p14:tracePt t="26693" x="7277100" y="4205288"/>
          <p14:tracePt t="26693" x="7291388" y="4205288"/>
          <p14:tracePt t="26715" x="7375525" y="4214813"/>
          <p14:tracePt t="26735" x="7451725" y="4214813"/>
          <p14:tracePt t="26753" x="7505700" y="4214813"/>
          <p14:tracePt t="26753" x="7505700" y="4205288"/>
          <p14:tracePt t="26773" x="7567613" y="4183063"/>
          <p14:tracePt t="26794" x="7581900" y="4183063"/>
          <p14:tracePt t="26795" x="7643813" y="4108450"/>
          <p14:tracePt t="26796" x="7656513" y="4108450"/>
          <p14:tracePt t="26797" x="7656513" y="4098925"/>
          <p14:tracePt t="26818" x="7732713" y="3978275"/>
          <p14:tracePt t="26835" x="7773988" y="3902075"/>
          <p14:tracePt t="26855" x="7796213" y="3840163"/>
          <p14:tracePt t="26875" x="7786688" y="3795713"/>
          <p14:tracePt t="26895" x="7751763" y="3751263"/>
          <p14:tracePt t="26916" x="7680325" y="3679825"/>
          <p14:tracePt t="26916" x="7680325" y="3665538"/>
          <p14:tracePt t="26935" x="7559675" y="3581400"/>
          <p14:tracePt t="26953" x="7451725" y="3527425"/>
          <p14:tracePt t="26973" x="7331075" y="3490913"/>
          <p14:tracePt t="26974" x="7323138" y="3490913"/>
          <p14:tracePt t="26996" x="7224713" y="3482975"/>
          <p14:tracePt t="26998" x="7215188" y="3482975"/>
          <p14:tracePt t="26999" x="7202488" y="3482975"/>
          <p14:tracePt t="26999" x="7192963" y="3482975"/>
          <p14:tracePt t="27017" x="7126288" y="3490913"/>
          <p14:tracePt t="27018" x="7116763" y="3490913"/>
          <p14:tracePt t="27038" x="6996113" y="3536950"/>
          <p14:tracePt t="27040" x="6988175" y="3536950"/>
          <p14:tracePt t="27058" x="6880225" y="3603625"/>
          <p14:tracePt t="27081" x="6759575" y="3709988"/>
          <p14:tracePt t="27082" x="6719888" y="3751263"/>
          <p14:tracePt t="27100" x="6643688" y="3879850"/>
          <p14:tracePt t="27100" x="6630988" y="3879850"/>
          <p14:tracePt t="27121" x="6621463" y="3990975"/>
          <p14:tracePt t="27122" x="6621463" y="4000500"/>
          <p14:tracePt t="27142" x="6653213" y="4076700"/>
          <p14:tracePt t="27160" x="6719888" y="4138613"/>
          <p14:tracePt t="27183" x="6796088" y="4205288"/>
          <p14:tracePt t="27203" x="6880225" y="4259263"/>
          <p14:tracePt t="27222" x="6956425" y="4303713"/>
          <p14:tracePt t="27242" x="7040563" y="4335463"/>
          <p14:tracePt t="27243" x="7050088" y="4335463"/>
          <p14:tracePt t="27266" x="7108825" y="4344988"/>
          <p14:tracePt t="27268" x="7126288" y="4344988"/>
          <p14:tracePt t="27269" x="7138988" y="4344988"/>
          <p14:tracePt t="27286" x="7180263" y="4344988"/>
          <p14:tracePt t="27287" x="7192963" y="4344988"/>
          <p14:tracePt t="27309" x="7246938" y="4335463"/>
          <p14:tracePt t="27332" x="7299325" y="4322763"/>
          <p14:tracePt t="27333" x="7308850" y="4313238"/>
          <p14:tracePt t="27354" x="7375525" y="4303713"/>
          <p14:tracePt t="27372" x="7407275" y="4291013"/>
          <p14:tracePt t="27391" x="7451725" y="4281488"/>
          <p14:tracePt t="27432" x="7473950" y="4281488"/>
          <p14:tracePt t="27432" x="7491413" y="4268788"/>
          <p14:tracePt t="27448" x="7527925" y="4259263"/>
          <p14:tracePt t="27470" x="7567613" y="4251325"/>
          <p14:tracePt t="27491" x="7604125" y="4227513"/>
          <p14:tracePt t="27509" x="7634288" y="4214813"/>
          <p14:tracePt t="27533" x="7656513" y="4205288"/>
          <p14:tracePt t="27554" x="7666038" y="4192588"/>
          <p14:tracePt t="27574" x="7680325" y="4183063"/>
          <p14:tracePt t="27596" x="7688263" y="4183063"/>
          <p14:tracePt t="27618" x="7688263" y="4175125"/>
          <p14:tracePt t="27620" x="7697788" y="4175125"/>
          <p14:tracePt t="27637" x="7697788" y="4160838"/>
          <p14:tracePt t="27656" x="7720013" y="4138613"/>
          <p14:tracePt t="27695" x="7742238" y="4098925"/>
          <p14:tracePt t="27695" x="7773988" y="4054475"/>
          <p14:tracePt t="27713" x="7796213" y="4010025"/>
          <p14:tracePt t="27734" x="7818438" y="3946525"/>
          <p14:tracePt t="27756" x="7826375" y="3894138"/>
          <p14:tracePt t="27757" x="7826375" y="3879850"/>
          <p14:tracePt t="27774" x="7826375" y="3848100"/>
          <p14:tracePt t="27793" x="7826375" y="3825875"/>
          <p14:tracePt t="27813" x="7818438" y="3808413"/>
          <p14:tracePt t="27832" x="7808913" y="3786188"/>
          <p14:tracePt t="27851" x="7786688" y="3763963"/>
          <p14:tracePt t="27871" x="7764463" y="3732213"/>
          <p14:tracePt t="27889" x="7742238" y="3709988"/>
          <p14:tracePt t="27913" x="7710488" y="3665538"/>
          <p14:tracePt t="27913" x="7697788" y="3656013"/>
          <p14:tracePt t="27914" x="7688263" y="3656013"/>
          <p14:tracePt t="27931" x="7656513" y="3633788"/>
          <p14:tracePt t="27951" x="7621588" y="3621088"/>
          <p14:tracePt t="27951" x="7612063" y="3621088"/>
          <p14:tracePt t="27969" x="7581900" y="3611563"/>
          <p14:tracePt t="27988" x="7537450" y="3611563"/>
          <p14:tracePt t="28013" x="7429500" y="3621088"/>
          <p14:tracePt t="28013" x="7419975" y="3633788"/>
          <p14:tracePt t="28030" x="7323138" y="3656013"/>
          <p14:tracePt t="28052" x="7237413" y="3697288"/>
          <p14:tracePt t="28070" x="7192963" y="3709988"/>
          <p14:tracePt t="28071" x="7192963" y="3719513"/>
          <p14:tracePt t="28088" x="7170738" y="3741738"/>
          <p14:tracePt t="28107" x="7161213" y="3773488"/>
          <p14:tracePt t="28124" x="7148513" y="3817938"/>
          <p14:tracePt t="28125" x="7148513" y="3825875"/>
          <p14:tracePt t="28146" x="7148513" y="3894138"/>
          <p14:tracePt t="28171" x="7161213" y="3956050"/>
          <p14:tracePt t="28172" x="7180263" y="3990975"/>
          <p14:tracePt t="28190" x="7237413" y="4054475"/>
          <p14:tracePt t="28216" x="7299325" y="4121150"/>
          <p14:tracePt t="28216" x="7323138" y="4130675"/>
          <p14:tracePt t="28217" x="7331075" y="4130675"/>
          <p14:tracePt t="28235" x="7385050" y="4152900"/>
          <p14:tracePt t="28257" x="7439025" y="4152900"/>
          <p14:tracePt t="28275" x="7473950" y="4152900"/>
          <p14:tracePt t="28277" x="7483475" y="4152900"/>
          <p14:tracePt t="28293" x="7537450" y="4130675"/>
          <p14:tracePt t="28315" x="7621588" y="4084638"/>
          <p14:tracePt t="28316" x="7634288" y="4084638"/>
          <p14:tracePt t="28335" x="7710488" y="4022725"/>
          <p14:tracePt t="28336" x="7710488" y="4010025"/>
          <p14:tracePt t="28354" x="7764463" y="3946525"/>
          <p14:tracePt t="28373" x="7796213" y="3870325"/>
          <p14:tracePt t="28393" x="7796213" y="3808413"/>
          <p14:tracePt t="28420" x="7764463" y="3751263"/>
          <p14:tracePt t="28420" x="7751763" y="3741738"/>
          <p14:tracePt t="28442" x="7688263" y="3687763"/>
          <p14:tracePt t="28443" x="7680325" y="3679825"/>
          <p14:tracePt t="28460" x="7612063" y="3643313"/>
          <p14:tracePt t="28467" x="7604125" y="3643313"/>
          <p14:tracePt t="28468" x="7581900" y="3621088"/>
          <p14:tracePt t="28487" x="7527925" y="3603625"/>
          <p14:tracePt t="28509" x="7483475" y="3603625"/>
          <p14:tracePt t="28510" x="7473950" y="3603625"/>
          <p14:tracePt t="28527" x="7439025" y="3603625"/>
          <p14:tracePt t="28553" x="7385050" y="3603625"/>
          <p14:tracePt t="28553" x="7375525" y="3611563"/>
          <p14:tracePt t="28571" x="7323138" y="3633788"/>
          <p14:tracePt t="28592" x="7246938" y="3679825"/>
          <p14:tracePt t="28593" x="7237413" y="3687763"/>
          <p14:tracePt t="28616" x="7180263" y="3741738"/>
          <p14:tracePt t="28617" x="7170738" y="3751263"/>
          <p14:tracePt t="28618" x="7161213" y="3763963"/>
          <p14:tracePt t="28639" x="7138988" y="3848100"/>
          <p14:tracePt t="28659" x="7138988" y="3938588"/>
          <p14:tracePt t="28682" x="7138988" y="3946525"/>
          <p14:tracePt t="28683" x="7180263" y="4010025"/>
          <p14:tracePt t="28683" x="7192963" y="4022725"/>
          <p14:tracePt t="28703" x="7254875" y="4062413"/>
          <p14:tracePt t="28724" x="7331075" y="4076700"/>
          <p14:tracePt t="28725" x="7345363" y="4076700"/>
          <p14:tracePt t="28743" x="7397750" y="4084638"/>
          <p14:tracePt t="28762" x="7461250" y="4076700"/>
          <p14:tracePt t="28787" x="7567613" y="4022725"/>
          <p14:tracePt t="28788" x="7581900" y="4022725"/>
          <p14:tracePt t="28809" x="7666038" y="3956050"/>
          <p14:tracePt t="28810" x="7680325" y="3946525"/>
          <p14:tracePt t="28834" x="7710488" y="3894138"/>
          <p14:tracePt t="28835" x="7720013" y="3870325"/>
          <p14:tracePt t="28853" x="7697788" y="3795713"/>
          <p14:tracePt t="28872" x="7643813" y="3709988"/>
          <p14:tracePt t="28873" x="7634288" y="3709988"/>
          <p14:tracePt t="28892" x="7550150" y="3656013"/>
          <p14:tracePt t="28921" x="7451725" y="3621088"/>
          <p14:tracePt t="28921" x="7429500" y="3621088"/>
          <p14:tracePt t="28939" x="7375525" y="3621088"/>
          <p14:tracePt t="28956" x="7331075" y="3643313"/>
          <p14:tracePt t="28976" x="7299325" y="3665538"/>
          <p14:tracePt t="28977" x="7299325" y="3679825"/>
          <p14:tracePt t="28982" x="7291388" y="3687763"/>
          <p14:tracePt t="29007" x="7277100" y="3732213"/>
          <p14:tracePt t="29008" x="7269163" y="3786188"/>
          <p14:tracePt t="29031" x="7269163" y="3894138"/>
          <p14:tracePt t="29033" x="7269163" y="3902075"/>
          <p14:tracePt t="29033" x="7277100" y="3902075"/>
          <p14:tracePt t="29034" x="7277100" y="3916363"/>
          <p14:tracePt t="29053" x="7291388" y="3968750"/>
          <p14:tracePt t="29054" x="7299325" y="3968750"/>
          <p14:tracePt t="29072" x="7323138" y="3990975"/>
          <p14:tracePt t="29091" x="7353300" y="3990975"/>
          <p14:tracePt t="29117" x="7407275" y="4000500"/>
          <p14:tracePt t="29135" x="7473950" y="3990975"/>
          <p14:tracePt t="29160" x="7604125" y="3968750"/>
          <p14:tracePt t="29162" x="7604125" y="3956050"/>
          <p14:tracePt t="29163" x="7612063" y="3956050"/>
          <p14:tracePt t="29164" x="7621588" y="3956050"/>
          <p14:tracePt t="29164" x="7634288" y="3946525"/>
          <p14:tracePt t="29182" x="7786688" y="3902075"/>
          <p14:tracePt t="29183" x="7796213" y="3902075"/>
          <p14:tracePt t="29207" x="7978775" y="3840163"/>
          <p14:tracePt t="29208" x="7978775" y="3825875"/>
          <p14:tracePt t="29208" x="7991475" y="3825875"/>
          <p14:tracePt t="29226" x="8054975" y="3795713"/>
          <p14:tracePt t="29227" x="8062913" y="3795713"/>
          <p14:tracePt t="29230" x="8062913" y="3786188"/>
          <p14:tracePt t="29233" x="8077200" y="3786188"/>
          <p14:tracePt t="29254" x="8085138" y="3763963"/>
          <p14:tracePt t="29274" x="8085138" y="3751263"/>
          <p14:tracePt t="29295" x="8077200" y="3741738"/>
          <p14:tracePt t="29317" x="8062913" y="3741738"/>
          <p14:tracePt t="29338" x="8054975" y="3732213"/>
          <p14:tracePt t="29339" x="8054975" y="3719513"/>
          <p14:tracePt t="29355" x="8045450" y="3719513"/>
          <p14:tracePt t="29374" x="8045450" y="3697288"/>
          <p14:tracePt t="29392" x="8032750" y="3679825"/>
          <p14:tracePt t="29413" x="8032750" y="3643313"/>
          <p14:tracePt t="29431" x="8023225" y="3621088"/>
          <p14:tracePt t="29432" x="8010525" y="3621088"/>
          <p14:tracePt t="29454" x="8001000" y="3611563"/>
          <p14:tracePt t="29472" x="7991475" y="3611563"/>
          <p14:tracePt t="29489" x="7969250" y="3611563"/>
          <p14:tracePt t="29508" x="7947025" y="3611563"/>
          <p14:tracePt t="29526" x="7924800" y="3611563"/>
          <p14:tracePt t="29552" x="7894638" y="3621088"/>
          <p14:tracePt t="29553" x="7870825" y="3621088"/>
          <p14:tracePt t="29572" x="7840663" y="3633788"/>
          <p14:tracePt t="29590" x="7818438" y="3656013"/>
          <p14:tracePt t="29591" x="7808913" y="3656013"/>
          <p14:tracePt t="29631" x="7773988" y="3665538"/>
          <p14:tracePt t="29631" x="7751763" y="3679825"/>
          <p14:tracePt t="29632" x="7751763" y="3687763"/>
          <p14:tracePt t="29665" x="7742238" y="3687763"/>
          <p14:tracePt t="29743" x="7742238" y="3697288"/>
          <p14:tracePt t="29760" x="7773988" y="3732213"/>
          <p14:tracePt t="29765" x="7773988" y="3741738"/>
          <p14:tracePt t="29778" x="7773988" y="3751263"/>
          <p14:tracePt t="29779" x="7796213" y="3773488"/>
          <p14:tracePt t="29780" x="7796213" y="3786188"/>
          <p14:tracePt t="29796" x="7818438" y="3817938"/>
          <p14:tracePt t="29797" x="7826375" y="3817938"/>
          <p14:tracePt t="29818" x="7848600" y="3848100"/>
          <p14:tracePt t="29836" x="7862888" y="3870325"/>
          <p14:tracePt t="29855" x="7870825" y="3870325"/>
          <p14:tracePt t="29874" x="7880350" y="3870325"/>
          <p14:tracePt t="29893" x="7894638" y="3870325"/>
          <p14:tracePt t="29913" x="7924800" y="3879850"/>
          <p14:tracePt t="29913" x="7939088" y="3879850"/>
          <p14:tracePt t="29932" x="7978775" y="3879850"/>
          <p14:tracePt t="29933" x="7991475" y="3879850"/>
          <p14:tracePt t="29955" x="8054975" y="3879850"/>
          <p14:tracePt t="29973" x="8108950" y="3879850"/>
          <p14:tracePt t="29993" x="8153400" y="3879850"/>
          <p14:tracePt t="30016" x="8175625" y="3879850"/>
          <p14:tracePt t="30036" x="8183563" y="3879850"/>
          <p14:tracePt t="30176" x="8183563" y="3862388"/>
          <p14:tracePt t="30198" x="8183563" y="3825875"/>
          <p14:tracePt t="30199" x="8183563" y="3817938"/>
          <p14:tracePt t="30199" x="8183563" y="3808413"/>
          <p14:tracePt t="30217" x="8175625" y="3773488"/>
          <p14:tracePt t="30235" x="8175625" y="3741738"/>
          <p14:tracePt t="30253" x="8161338" y="3719513"/>
          <p14:tracePt t="30272" x="8161338" y="3687763"/>
          <p14:tracePt t="30291" x="8153400" y="3643313"/>
          <p14:tracePt t="30292" x="8139113" y="3643313"/>
          <p14:tracePt t="30293" x="8139113" y="3633788"/>
          <p14:tracePt t="30318" x="8131175" y="3603625"/>
          <p14:tracePt t="30319" x="8131175" y="3589338"/>
          <p14:tracePt t="30335" x="8121650" y="3581400"/>
          <p14:tracePt t="30357" x="8108950" y="3581400"/>
          <p14:tracePt t="30374" x="8085138" y="3581400"/>
          <p14:tracePt t="30393" x="8054975" y="3567113"/>
          <p14:tracePt t="30431" x="7991475" y="3567113"/>
          <p14:tracePt t="30436" x="7902575" y="3589338"/>
          <p14:tracePt t="30436" x="7870825" y="3603625"/>
          <p14:tracePt t="30453" x="7764463" y="3633788"/>
          <p14:tracePt t="30475" x="7751763" y="3643313"/>
          <p14:tracePt t="30476" x="7581900" y="3719513"/>
          <p14:tracePt t="30499" x="7483475" y="3786188"/>
          <p14:tracePt t="30500" x="7461250" y="3795713"/>
          <p14:tracePt t="30501" x="7451725" y="3795713"/>
          <p14:tracePt t="30519" x="7439025" y="3825875"/>
          <p14:tracePt t="30538" x="7451725" y="3870325"/>
          <p14:tracePt t="30559" x="7505700" y="3938588"/>
          <p14:tracePt t="30560" x="7513638" y="3938588"/>
          <p14:tracePt t="30584" x="7567613" y="3978275"/>
          <p14:tracePt t="30585" x="7604125" y="3990975"/>
          <p14:tracePt t="30606" x="7680325" y="4022725"/>
          <p14:tracePt t="30608" x="7688263" y="4022725"/>
          <p14:tracePt t="30608" x="7697788" y="4022725"/>
          <p14:tracePt t="30626" x="7751763" y="4032250"/>
          <p14:tracePt t="30626" x="7764463" y="4032250"/>
          <p14:tracePt t="30652" x="7826375" y="4022725"/>
          <p14:tracePt t="30652" x="7848600" y="4022725"/>
          <p14:tracePt t="30674" x="7939088" y="3978275"/>
          <p14:tracePt t="30675" x="7947025" y="3978275"/>
          <p14:tracePt t="30696" x="8010525" y="3938588"/>
          <p14:tracePt t="30698" x="8010525" y="3924300"/>
          <p14:tracePt t="30719" x="8032750" y="3870325"/>
          <p14:tracePt t="30740" x="8010525" y="3825875"/>
          <p14:tracePt t="30757" x="7978775" y="3795713"/>
          <p14:tracePt t="30776" x="7939088" y="3786188"/>
          <p14:tracePt t="30776" x="7924800" y="3786188"/>
          <p14:tracePt t="30794" x="7902575" y="3773488"/>
          <p14:tracePt t="30815" x="7880350" y="3773488"/>
          <p14:tracePt t="30832" x="7870825" y="3763963"/>
          <p14:tracePt t="30870" x="7862888" y="3763963"/>
          <p14:tracePt t="30907" x="7848600" y="3763963"/>
          <p14:tracePt t="31303" x="7848600" y="3751263"/>
          <p14:tracePt t="31351" x="7848600" y="3741738"/>
          <p14:tracePt t="31455" x="7840663" y="3741738"/>
          <p14:tracePt t="31547" x="7826375" y="3751263"/>
          <p14:tracePt t="31572" x="7826375" y="3763963"/>
          <p14:tracePt t="31572" x="7818438" y="3773488"/>
          <p14:tracePt t="31588" x="7840663" y="3795713"/>
          <p14:tracePt t="31986" x="7796213" y="3773488"/>
          <p14:tracePt t="31986" x="7786688" y="3773488"/>
          <p14:tracePt t="32002" x="7732713" y="3709988"/>
          <p14:tracePt t="32002" x="7720013" y="3709988"/>
          <p14:tracePt t="32020" x="7697788" y="3611563"/>
          <p14:tracePt t="32040" x="7697788" y="3589338"/>
          <p14:tracePt t="32058" x="7697788" y="3581400"/>
          <p14:tracePt t="32180" x="7697788" y="3567113"/>
          <p14:tracePt t="32205" x="7697788" y="3559175"/>
          <p14:tracePt t="32273" x="7710488" y="3559175"/>
          <p14:tracePt t="32287" x="7710488" y="3549650"/>
          <p14:tracePt t="32342" x="7720013" y="3536950"/>
          <p14:tracePt t="32791" x="7732713" y="3527425"/>
          <p14:tracePt t="32810" x="7742238" y="3490913"/>
          <p14:tracePt t="32827" x="7751763" y="3460750"/>
          <p14:tracePt t="33782" x="7742238" y="3460750"/>
          <p14:tracePt t="33815" x="7742238" y="3451225"/>
          <p14:tracePt t="33816" x="7732713" y="3451225"/>
          <p14:tracePt t="34033" x="7720013" y="3451225"/>
          <p14:tracePt t="34048" x="7710488" y="3438525"/>
          <p14:tracePt t="34065" x="7688263" y="3438525"/>
          <p14:tracePt t="34089" x="7666038" y="3438525"/>
          <p14:tracePt t="34089" x="7656513" y="3451225"/>
          <p14:tracePt t="34108" x="7634288" y="3460750"/>
          <p14:tracePt t="34109" x="7621588" y="3460750"/>
          <p14:tracePt t="34146" x="7612063" y="3473450"/>
          <p14:tracePt t="34146" x="7604125" y="3482975"/>
        </p14:tracePtLst>
      </p14:laserTraceLst>
    </p:ext>
  </p:extLs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D1140-F84D-E3F4-73C2-BA6ADF090CB1}"/>
              </a:ext>
            </a:extLst>
          </p:cNvPr>
          <p:cNvSpPr txBox="1">
            <a:spLocks/>
          </p:cNvSpPr>
          <p:nvPr/>
        </p:nvSpPr>
        <p:spPr>
          <a:xfrm>
            <a:off x="601670" y="432129"/>
            <a:ext cx="8246070" cy="763524"/>
          </a:xfrm>
          <a:prstGeom prst="rect">
            <a:avLst/>
          </a:prstGeom>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3600" dirty="0">
                <a:solidFill>
                  <a:schemeClr val="accent6">
                    <a:lumMod val="60000"/>
                    <a:lumOff val="40000"/>
                  </a:schemeClr>
                </a:solidFill>
                <a:effectLst>
                  <a:outerShdw blurRad="50800" dist="38100" dir="2700000" algn="tl" rotWithShape="0">
                    <a:prstClr val="black">
                      <a:alpha val="40000"/>
                    </a:prstClr>
                  </a:outerShdw>
                </a:effectLst>
                <a:latin typeface="BM JUA OTF" panose="02020603020101020101" pitchFamily="18" charset="-127"/>
                <a:ea typeface="BM JUA OTF" panose="02020603020101020101" pitchFamily="18" charset="-127"/>
              </a:rPr>
              <a:t>Summary &amp; Further Improvement</a:t>
            </a:r>
          </a:p>
        </p:txBody>
      </p:sp>
      <p:sp>
        <p:nvSpPr>
          <p:cNvPr id="4" name="TextBox 3">
            <a:extLst>
              <a:ext uri="{FF2B5EF4-FFF2-40B4-BE49-F238E27FC236}">
                <a16:creationId xmlns:a16="http://schemas.microsoft.com/office/drawing/2014/main" id="{B024FFE6-DD0B-27F6-B964-ED8793B5DC6A}"/>
              </a:ext>
            </a:extLst>
          </p:cNvPr>
          <p:cNvSpPr txBox="1"/>
          <p:nvPr/>
        </p:nvSpPr>
        <p:spPr>
          <a:xfrm>
            <a:off x="448965" y="1502815"/>
            <a:ext cx="7177135" cy="2092881"/>
          </a:xfrm>
          <a:prstGeom prst="rect">
            <a:avLst/>
          </a:prstGeom>
          <a:noFill/>
        </p:spPr>
        <p:txBody>
          <a:bodyPr wrap="square" rtlCol="0">
            <a:spAutoFit/>
          </a:bodyPr>
          <a:lstStyle/>
          <a:p>
            <a:r>
              <a:rPr lang="en-CN" sz="2000" dirty="0">
                <a:latin typeface="BM JUA OTF" panose="02020603020101020101" pitchFamily="18" charset="-127"/>
                <a:ea typeface="BM JUA OTF" panose="02020603020101020101" pitchFamily="18" charset="-127"/>
              </a:rPr>
              <a:t>Summary:</a:t>
            </a:r>
          </a:p>
          <a:p>
            <a:endParaRPr lang="en-CN" sz="2000" dirty="0">
              <a:solidFill>
                <a:schemeClr val="accent6">
                  <a:lumMod val="50000"/>
                </a:schemeClr>
              </a:solidFill>
              <a:latin typeface="BM JUA OTF" panose="02020603020101020101" pitchFamily="18" charset="-127"/>
              <a:ea typeface="BM JUA OTF" panose="02020603020101020101" pitchFamily="18" charset="-127"/>
            </a:endParaRPr>
          </a:p>
          <a:p>
            <a:pPr marL="342900" indent="-342900">
              <a:buAutoNum type="alphaLcPeriod"/>
            </a:pPr>
            <a:r>
              <a:rPr lang="en-CN" dirty="0">
                <a:latin typeface="BM JUA OTF" panose="02020603020101020101" pitchFamily="18" charset="-127"/>
                <a:ea typeface="BM JUA OTF" panose="02020603020101020101" pitchFamily="18" charset="-127"/>
              </a:rPr>
              <a:t>For all recipes shown on the Homepage, 79% of them will be truly popular recipes.</a:t>
            </a:r>
          </a:p>
          <a:p>
            <a:pPr marL="342900" indent="-342900">
              <a:buAutoNum type="alphaLcPeriod"/>
            </a:pPr>
            <a:endParaRPr lang="en-CN" dirty="0">
              <a:latin typeface="BM JUA OTF" panose="02020603020101020101" pitchFamily="18" charset="-127"/>
              <a:ea typeface="BM JUA OTF" panose="02020603020101020101" pitchFamily="18" charset="-127"/>
            </a:endParaRPr>
          </a:p>
          <a:p>
            <a:pPr marL="342900" indent="-342900">
              <a:buAutoNum type="alphaLcPeriod"/>
            </a:pPr>
            <a:r>
              <a:rPr lang="en-CN" dirty="0">
                <a:latin typeface="BM JUA OTF" panose="02020603020101020101" pitchFamily="18" charset="-127"/>
                <a:ea typeface="BM JUA OTF" panose="02020603020101020101" pitchFamily="18" charset="-127"/>
              </a:rPr>
              <a:t>89% of unpopular recipes will be correctly identified.</a:t>
            </a:r>
          </a:p>
          <a:p>
            <a:endParaRPr lang="en-CN" dirty="0">
              <a:latin typeface="BM JUA OTF" panose="02020603020101020101" pitchFamily="18" charset="-127"/>
              <a:ea typeface="BM JUA OTF" panose="02020603020101020101" pitchFamily="18" charset="-127"/>
            </a:endParaRPr>
          </a:p>
        </p:txBody>
      </p:sp>
      <p:sp>
        <p:nvSpPr>
          <p:cNvPr id="5" name="Oval 4">
            <a:extLst>
              <a:ext uri="{FF2B5EF4-FFF2-40B4-BE49-F238E27FC236}">
                <a16:creationId xmlns:a16="http://schemas.microsoft.com/office/drawing/2014/main" id="{0E219A4F-8543-6820-20EA-91577A514D7A}"/>
              </a:ext>
            </a:extLst>
          </p:cNvPr>
          <p:cNvSpPr/>
          <p:nvPr/>
        </p:nvSpPr>
        <p:spPr>
          <a:xfrm>
            <a:off x="4724705" y="1960930"/>
            <a:ext cx="610820" cy="610820"/>
          </a:xfrm>
          <a:prstGeom prst="ellipse">
            <a:avLst/>
          </a:prstGeom>
          <a:noFill/>
          <a:ln w="63500">
            <a:solidFill>
              <a:schemeClr val="accent3">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6" name="Oval 5">
            <a:extLst>
              <a:ext uri="{FF2B5EF4-FFF2-40B4-BE49-F238E27FC236}">
                <a16:creationId xmlns:a16="http://schemas.microsoft.com/office/drawing/2014/main" id="{C4D56E19-FA45-9D02-D6D4-6F7FAE2B844F}"/>
              </a:ext>
            </a:extLst>
          </p:cNvPr>
          <p:cNvSpPr/>
          <p:nvPr/>
        </p:nvSpPr>
        <p:spPr>
          <a:xfrm>
            <a:off x="754375" y="2877160"/>
            <a:ext cx="610820" cy="610820"/>
          </a:xfrm>
          <a:prstGeom prst="ellipse">
            <a:avLst/>
          </a:prstGeom>
          <a:noFill/>
          <a:ln w="635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N"/>
          </a:p>
        </p:txBody>
      </p:sp>
      <p:sp>
        <p:nvSpPr>
          <p:cNvPr id="7" name="TextBox 6">
            <a:extLst>
              <a:ext uri="{FF2B5EF4-FFF2-40B4-BE49-F238E27FC236}">
                <a16:creationId xmlns:a16="http://schemas.microsoft.com/office/drawing/2014/main" id="{F14D9226-16FC-D976-F6A9-18180B5211BE}"/>
              </a:ext>
            </a:extLst>
          </p:cNvPr>
          <p:cNvSpPr txBox="1"/>
          <p:nvPr/>
        </p:nvSpPr>
        <p:spPr>
          <a:xfrm>
            <a:off x="448965" y="3810623"/>
            <a:ext cx="7177135" cy="1323439"/>
          </a:xfrm>
          <a:prstGeom prst="rect">
            <a:avLst/>
          </a:prstGeom>
          <a:noFill/>
        </p:spPr>
        <p:txBody>
          <a:bodyPr wrap="square" rtlCol="0">
            <a:spAutoFit/>
          </a:bodyPr>
          <a:lstStyle/>
          <a:p>
            <a:r>
              <a:rPr lang="en-CN" sz="2000" dirty="0">
                <a:solidFill>
                  <a:schemeClr val="accent6">
                    <a:lumMod val="50000"/>
                  </a:schemeClr>
                </a:solidFill>
                <a:latin typeface="BM JUA OTF" panose="02020603020101020101" pitchFamily="18" charset="-127"/>
                <a:ea typeface="BM JUA OTF" panose="02020603020101020101" pitchFamily="18" charset="-127"/>
              </a:rPr>
              <a:t>Further Improvements:’</a:t>
            </a:r>
          </a:p>
          <a:p>
            <a:endParaRPr lang="en-CN" sz="2000" dirty="0">
              <a:solidFill>
                <a:schemeClr val="accent6">
                  <a:lumMod val="50000"/>
                </a:schemeClr>
              </a:solidFill>
              <a:latin typeface="BM JUA OTF" panose="02020603020101020101" pitchFamily="18" charset="-127"/>
              <a:ea typeface="BM JUA OTF" panose="02020603020101020101" pitchFamily="18" charset="-127"/>
            </a:endParaRPr>
          </a:p>
          <a:p>
            <a:r>
              <a:rPr lang="en-CN" dirty="0">
                <a:solidFill>
                  <a:schemeClr val="accent6">
                    <a:lumMod val="50000"/>
                  </a:schemeClr>
                </a:solidFill>
                <a:latin typeface="BM JUA OTF" panose="02020603020101020101" pitchFamily="18" charset="-127"/>
                <a:ea typeface="BM JUA OTF" panose="02020603020101020101" pitchFamily="18" charset="-127"/>
              </a:rPr>
              <a:t>More features: authors, …..</a:t>
            </a:r>
          </a:p>
          <a:p>
            <a:endParaRPr lang="en-CN" sz="2000" dirty="0">
              <a:solidFill>
                <a:schemeClr val="accent6">
                  <a:lumMod val="50000"/>
                </a:schemeClr>
              </a:solidFill>
              <a:latin typeface="BM JUA OTF" panose="02020603020101020101" pitchFamily="18" charset="-127"/>
              <a:ea typeface="BM JUA OTF" panose="02020603020101020101" pitchFamily="18" charset="-127"/>
            </a:endParaRPr>
          </a:p>
        </p:txBody>
      </p:sp>
    </p:spTree>
    <p:extLst>
      <p:ext uri="{BB962C8B-B14F-4D97-AF65-F5344CB8AC3E}">
        <p14:creationId xmlns:p14="http://schemas.microsoft.com/office/powerpoint/2010/main" val="330745334"/>
      </p:ext>
    </p:extLst>
  </p:cSld>
  <p:clrMapOvr>
    <a:masterClrMapping/>
  </p:clrMapOvr>
  <mc:AlternateContent xmlns:mc="http://schemas.openxmlformats.org/markup-compatibility/2006">
    <mc:Choice xmlns:p14="http://schemas.microsoft.com/office/powerpoint/2010/main" Requires="p14">
      <p:transition spd="slow" p14:dur="2000" advTm="11466"/>
    </mc:Choice>
    <mc:Fallback>
      <p:transition spd="slow" advTm="11466"/>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extLst>
    <p:ext uri="{3A86A75C-4F4B-4683-9AE1-C65F6400EC91}">
      <p14:laserTraceLst xmlns:p14="http://schemas.microsoft.com/office/powerpoint/2010/main">
        <p14:tracePtLst>
          <p14:tracePt t="10098" x="7604125" y="3482975"/>
          <p14:tracePt t="10100" x="7604125" y="3473450"/>
          <p14:tracePt t="10138" x="7680325" y="3419475"/>
          <p14:tracePt t="10155" x="8358188" y="2847975"/>
          <p14:tracePt t="10156" x="8380413" y="2813050"/>
          <p14:tracePt t="10156" x="8451850" y="2751138"/>
          <p14:tracePt t="10157" x="8528050" y="2674938"/>
        </p14:tracePtLst>
      </p14:laserTraceLst>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5AD3962-0197-9A9E-D069-7B902B55AF73}"/>
              </a:ext>
            </a:extLst>
          </p:cNvPr>
          <p:cNvSpPr txBox="1">
            <a:spLocks/>
          </p:cNvSpPr>
          <p:nvPr/>
        </p:nvSpPr>
        <p:spPr>
          <a:xfrm>
            <a:off x="2128720" y="2189988"/>
            <a:ext cx="4275740" cy="763524"/>
          </a:xfrm>
          <a:prstGeom prst="rect">
            <a:avLst/>
          </a:prstGeom>
        </p:spPr>
        <p:txBody>
          <a:bodyP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r"/>
            <a:r>
              <a:rPr lang="en-US" sz="5400" b="1" dirty="0">
                <a:solidFill>
                  <a:schemeClr val="accent6">
                    <a:lumMod val="50000"/>
                  </a:schemeClr>
                </a:solidFill>
                <a:effectLst>
                  <a:outerShdw blurRad="50800" dist="38100" dir="2700000" algn="tl" rotWithShape="0">
                    <a:prstClr val="black">
                      <a:alpha val="40000"/>
                    </a:prstClr>
                  </a:outerShdw>
                </a:effectLst>
                <a:latin typeface="Bradley Hand" pitchFamily="2" charset="77"/>
                <a:ea typeface="BM JUA OTF" panose="02020603020101020101" pitchFamily="18" charset="-127"/>
              </a:rPr>
              <a:t>Thank You !</a:t>
            </a:r>
          </a:p>
        </p:txBody>
      </p:sp>
    </p:spTree>
    <p:extLst>
      <p:ext uri="{BB962C8B-B14F-4D97-AF65-F5344CB8AC3E}">
        <p14:creationId xmlns:p14="http://schemas.microsoft.com/office/powerpoint/2010/main" val="214229322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37.6|25.8"/>
</p:tagLst>
</file>

<file path=ppt/tags/tag2.xml><?xml version="1.0" encoding="utf-8"?>
<p:tagLst xmlns:a="http://schemas.openxmlformats.org/drawingml/2006/main" xmlns:r="http://schemas.openxmlformats.org/officeDocument/2006/relationships" xmlns:p="http://schemas.openxmlformats.org/presentationml/2006/main">
  <p:tag name="TIMING" val="|17.6|34"/>
</p:tagLst>
</file>

<file path=ppt/tags/tag3.xml><?xml version="1.0" encoding="utf-8"?>
<p:tagLst xmlns:a="http://schemas.openxmlformats.org/drawingml/2006/main" xmlns:r="http://schemas.openxmlformats.org/officeDocument/2006/relationships" xmlns:p="http://schemas.openxmlformats.org/presentationml/2006/main">
  <p:tag name="TIMING" val="|24.3|6.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0</TotalTime>
  <Words>1391</Words>
  <Application>Microsoft Macintosh PowerPoint</Application>
  <PresentationFormat>On-screen Show (16:9)</PresentationFormat>
  <Paragraphs>177</Paragraphs>
  <Slides>13</Slides>
  <Notes>13</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BM JUA OTF</vt:lpstr>
      <vt:lpstr>LingWai TC Medium</vt:lpstr>
      <vt:lpstr>Arial</vt:lpstr>
      <vt:lpstr>Bradley Hand</vt:lpstr>
      <vt:lpstr>Calibri</vt:lpstr>
      <vt:lpstr>Cambria Math</vt:lpstr>
      <vt:lpstr>Cavolini</vt:lpstr>
      <vt:lpstr>Dreaming Outloud Script Pro</vt:lpstr>
      <vt:lpstr>Modern Love</vt:lpstr>
      <vt:lpstr>Office Theme</vt:lpstr>
      <vt:lpstr>Case Study Report  for  Tasty Bytes </vt:lpstr>
      <vt:lpstr>PowerPoint Presentation</vt:lpstr>
      <vt:lpstr>Background </vt:lpstr>
      <vt:lpstr>Background &amp; Problem</vt:lpstr>
      <vt:lpstr>Data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2017-08-01T15:40:51Z</dcterms:created>
  <dcterms:modified xsi:type="dcterms:W3CDTF">2022-07-02T13:40:58Z</dcterms:modified>
</cp:coreProperties>
</file>